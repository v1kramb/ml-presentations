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5143500" cx="9144000"/>
  <p:notesSz cx="6858000" cy="9144000"/>
  <p:embeddedFontLst>
    <p:embeddedFont>
      <p:font typeface="Poppins"/>
      <p:regular r:id="rId30"/>
      <p:bold r:id="rId31"/>
      <p:italic r:id="rId32"/>
      <p:boldItalic r:id="rId33"/>
    </p:embeddedFont>
    <p:embeddedFont>
      <p:font typeface="Bebas Neue"/>
      <p:regular r:id="rId34"/>
    </p:embeddedFont>
    <p:embeddedFont>
      <p:font typeface="Poppins SemiBold"/>
      <p:regular r:id="rId35"/>
      <p:bold r:id="rId36"/>
      <p:italic r:id="rId37"/>
      <p:boldItalic r:id="rId38"/>
    </p:embeddedFont>
    <p:embeddedFont>
      <p:font typeface="PT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TSans-bold.fntdata"/><Relationship Id="rId20" Type="http://schemas.openxmlformats.org/officeDocument/2006/relationships/slide" Target="slides/slide16.xml"/><Relationship Id="rId42" Type="http://schemas.openxmlformats.org/officeDocument/2006/relationships/font" Target="fonts/PTSans-boldItalic.fntdata"/><Relationship Id="rId41" Type="http://schemas.openxmlformats.org/officeDocument/2006/relationships/font" Target="fonts/PTSans-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7.xml"/><Relationship Id="rId33" Type="http://schemas.openxmlformats.org/officeDocument/2006/relationships/font" Target="fonts/Poppins-boldItalic.fntdata"/><Relationship Id="rId10" Type="http://schemas.openxmlformats.org/officeDocument/2006/relationships/slide" Target="slides/slide6.xml"/><Relationship Id="rId32" Type="http://schemas.openxmlformats.org/officeDocument/2006/relationships/font" Target="fonts/Poppins-italic.fntdata"/><Relationship Id="rId13" Type="http://schemas.openxmlformats.org/officeDocument/2006/relationships/slide" Target="slides/slide9.xml"/><Relationship Id="rId35" Type="http://schemas.openxmlformats.org/officeDocument/2006/relationships/font" Target="fonts/PoppinsSemiBold-regular.fntdata"/><Relationship Id="rId12" Type="http://schemas.openxmlformats.org/officeDocument/2006/relationships/slide" Target="slides/slide8.xml"/><Relationship Id="rId34" Type="http://schemas.openxmlformats.org/officeDocument/2006/relationships/font" Target="fonts/BebasNeue-regular.fntdata"/><Relationship Id="rId15" Type="http://schemas.openxmlformats.org/officeDocument/2006/relationships/slide" Target="slides/slide11.xml"/><Relationship Id="rId37" Type="http://schemas.openxmlformats.org/officeDocument/2006/relationships/font" Target="fonts/PoppinsSemiBold-italic.fntdata"/><Relationship Id="rId14" Type="http://schemas.openxmlformats.org/officeDocument/2006/relationships/slide" Target="slides/slide10.xml"/><Relationship Id="rId36" Type="http://schemas.openxmlformats.org/officeDocument/2006/relationships/font" Target="fonts/PoppinsSemiBold-bold.fntdata"/><Relationship Id="rId17" Type="http://schemas.openxmlformats.org/officeDocument/2006/relationships/slide" Target="slides/slide13.xml"/><Relationship Id="rId39" Type="http://schemas.openxmlformats.org/officeDocument/2006/relationships/font" Target="fonts/PTSans-regular.fntdata"/><Relationship Id="rId16" Type="http://schemas.openxmlformats.org/officeDocument/2006/relationships/slide" Target="slides/slide12.xml"/><Relationship Id="rId38" Type="http://schemas.openxmlformats.org/officeDocument/2006/relationships/font" Target="fonts/PoppinsSemiBold-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tats.stackexchange.com/questions/326788/when-to-choose-sarsa-vs-q-learning"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intro-to-artificial-intelligence/the-actor-critic-reinforcement-learning-algorithm-c8095a655c14"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033b3b36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033b3b36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2279a75b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2279a75b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2a810f690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2a810f690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2a810f6902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2a810f690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2a810f690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2a810f690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2a810f690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2a810f690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2a810f6902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2a810f690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2a810f690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2a810f690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2a810f690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2a810f690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Optimal policy function maximizes value function</a:t>
            </a:r>
            <a:endParaRPr/>
          </a:p>
          <a:p>
            <a:pPr indent="0" lvl="0" marL="0" rtl="0" algn="l">
              <a:spcBef>
                <a:spcPts val="0"/>
              </a:spcBef>
              <a:spcAft>
                <a:spcPts val="0"/>
              </a:spcAft>
              <a:buNone/>
            </a:pPr>
            <a:r>
              <a:rPr lang="en"/>
              <a:t>Optimal value function maximizes expected return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2a810f6902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2a810f6902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2a810f6902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2a810f6902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2a810f690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2a810f690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2a810f690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2a810f690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2a810f690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2a810f690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2a810f690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2a810f690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u="sng">
                <a:solidFill>
                  <a:schemeClr val="hlink"/>
                </a:solidFill>
                <a:hlinkClick r:id="rId2"/>
              </a:rPr>
              <a:t>https://stats.stackexchange.com/questions/326788/when-to-choose-sarsa-vs-q-learning</a:t>
            </a:r>
            <a:endParaRPr/>
          </a:p>
          <a:p>
            <a:pPr indent="-298450" lvl="0" marL="457200" rtl="0" algn="l">
              <a:spcBef>
                <a:spcPts val="0"/>
              </a:spcBef>
              <a:spcAft>
                <a:spcPts val="0"/>
              </a:spcAft>
              <a:buSzPts val="1100"/>
              <a:buChar char="-"/>
            </a:pPr>
            <a:r>
              <a:rPr lang="en"/>
              <a:t>Q learning has issues with convergence due to higher per-sample variance</a:t>
            </a:r>
            <a:endParaRPr/>
          </a:p>
          <a:p>
            <a:pPr indent="-298450" lvl="0" marL="457200" rtl="0" algn="l">
              <a:spcBef>
                <a:spcPts val="0"/>
              </a:spcBef>
              <a:spcAft>
                <a:spcPts val="0"/>
              </a:spcAft>
              <a:buSzPts val="1100"/>
              <a:buChar char="-"/>
            </a:pPr>
            <a:r>
              <a:rPr lang="en"/>
              <a:t>SARSA is more conservative, will avoid a dangerous optimal path</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2a810f690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2a810f690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2a810f6902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2a810f690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2a810f690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2a810f690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2a810f6902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2a810f690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u="sng">
                <a:solidFill>
                  <a:schemeClr val="hlink"/>
                </a:solidFill>
                <a:hlinkClick r:id="rId2"/>
              </a:rPr>
              <a:t>https://medium.com/intro-to-artificial-intelligence/the-actor-critic-reinforcement-learning-algorithm-c8095a655c14</a:t>
            </a:r>
            <a:endParaRPr/>
          </a:p>
          <a:p>
            <a:pPr indent="-298450" lvl="0" marL="457200" rtl="0" algn="l">
              <a:spcBef>
                <a:spcPts val="0"/>
              </a:spcBef>
              <a:spcAft>
                <a:spcPts val="0"/>
              </a:spcAft>
              <a:buSzPts val="1100"/>
              <a:buChar char="-"/>
            </a:pPr>
            <a:r>
              <a:rPr lang="en"/>
              <a:t>Actor influences action, critic evaluates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2a810f6902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2a810f6902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2a810f690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2a810f690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2a810f6902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2a810f6902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2b4695204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2b4695204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2279a75b4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2279a75b4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800">
              <a:solidFill>
                <a:srgbClr val="666666"/>
              </a:solidFill>
              <a:latin typeface="Poppins"/>
              <a:ea typeface="Poppins"/>
              <a:cs typeface="Poppins"/>
              <a:sym typeface="Poppins"/>
            </a:endParaRPr>
          </a:p>
          <a:p>
            <a:pPr indent="-342900" lvl="0" marL="457200" rtl="0" algn="l">
              <a:lnSpc>
                <a:spcPct val="150000"/>
              </a:lnSpc>
              <a:spcBef>
                <a:spcPts val="0"/>
              </a:spcBef>
              <a:spcAft>
                <a:spcPts val="0"/>
              </a:spcAft>
              <a:buClr>
                <a:srgbClr val="666666"/>
              </a:buClr>
              <a:buSzPts val="1800"/>
              <a:buFont typeface="Poppins"/>
              <a:buChar char="-"/>
            </a:pPr>
            <a:r>
              <a:rPr lang="en" sz="1800">
                <a:solidFill>
                  <a:srgbClr val="666666"/>
                </a:solidFill>
                <a:latin typeface="Poppins"/>
                <a:ea typeface="Poppins"/>
                <a:cs typeface="Poppins"/>
                <a:sym typeface="Poppins"/>
              </a:rPr>
              <a:t>Relationship Extractions</a:t>
            </a:r>
            <a:endParaRPr sz="1800">
              <a:solidFill>
                <a:srgbClr val="666666"/>
              </a:solidFill>
              <a:latin typeface="Poppins"/>
              <a:ea typeface="Poppins"/>
              <a:cs typeface="Poppins"/>
              <a:sym typeface="Poppins"/>
            </a:endParaRPr>
          </a:p>
          <a:p>
            <a:pPr indent="-342900" lvl="0" marL="457200" rtl="0" algn="l">
              <a:lnSpc>
                <a:spcPct val="150000"/>
              </a:lnSpc>
              <a:spcBef>
                <a:spcPts val="0"/>
              </a:spcBef>
              <a:spcAft>
                <a:spcPts val="0"/>
              </a:spcAft>
              <a:buClr>
                <a:srgbClr val="666666"/>
              </a:buClr>
              <a:buSzPts val="1800"/>
              <a:buFont typeface="Poppins"/>
              <a:buChar char="-"/>
            </a:pPr>
            <a:r>
              <a:rPr lang="en" sz="1800">
                <a:solidFill>
                  <a:srgbClr val="666666"/>
                </a:solidFill>
                <a:latin typeface="Poppins"/>
                <a:ea typeface="Poppins"/>
                <a:cs typeface="Poppins"/>
                <a:sym typeface="Poppins"/>
              </a:rPr>
              <a:t>Physical Systems Modeling</a:t>
            </a:r>
            <a:endParaRPr sz="1800">
              <a:solidFill>
                <a:srgbClr val="666666"/>
              </a:solidFill>
              <a:latin typeface="Poppins"/>
              <a:ea typeface="Poppins"/>
              <a:cs typeface="Poppins"/>
              <a:sym typeface="Poppins"/>
            </a:endParaRPr>
          </a:p>
          <a:p>
            <a:pPr indent="-342900" lvl="0" marL="457200" rtl="0" algn="l">
              <a:lnSpc>
                <a:spcPct val="150000"/>
              </a:lnSpc>
              <a:spcBef>
                <a:spcPts val="0"/>
              </a:spcBef>
              <a:spcAft>
                <a:spcPts val="0"/>
              </a:spcAft>
              <a:buClr>
                <a:srgbClr val="666666"/>
              </a:buClr>
              <a:buSzPts val="1800"/>
              <a:buFont typeface="Poppins"/>
              <a:buChar char="-"/>
            </a:pPr>
            <a:r>
              <a:rPr lang="en" sz="1800">
                <a:solidFill>
                  <a:srgbClr val="666666"/>
                </a:solidFill>
                <a:latin typeface="Poppins"/>
                <a:ea typeface="Poppins"/>
                <a:cs typeface="Poppins"/>
                <a:sym typeface="Poppins"/>
              </a:rPr>
              <a:t>Combinatorial Optimization</a:t>
            </a:r>
            <a:endParaRPr sz="1800">
              <a:solidFill>
                <a:srgbClr val="666666"/>
              </a:solidFill>
              <a:latin typeface="Poppins"/>
              <a:ea typeface="Poppins"/>
              <a:cs typeface="Poppins"/>
              <a:sym typeface="Poppins"/>
            </a:endParaRPr>
          </a:p>
          <a:p>
            <a:pPr indent="-342900" lvl="0" marL="457200" rtl="0" algn="l">
              <a:lnSpc>
                <a:spcPct val="150000"/>
              </a:lnSpc>
              <a:spcBef>
                <a:spcPts val="0"/>
              </a:spcBef>
              <a:spcAft>
                <a:spcPts val="0"/>
              </a:spcAft>
              <a:buClr>
                <a:srgbClr val="666666"/>
              </a:buClr>
              <a:buSzPts val="1800"/>
              <a:buFont typeface="Poppins"/>
              <a:buChar char="-"/>
            </a:pPr>
            <a:r>
              <a:rPr lang="en" sz="1800">
                <a:solidFill>
                  <a:srgbClr val="666666"/>
                </a:solidFill>
                <a:latin typeface="Poppins"/>
                <a:ea typeface="Poppins"/>
                <a:cs typeface="Poppins"/>
                <a:sym typeface="Poppins"/>
              </a:rPr>
              <a:t>Graph Generation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033b3b36eb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033b3b36eb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dk1"/>
            </a:gs>
            <a:gs pos="100000">
              <a:schemeClr val="lt1"/>
            </a:gs>
          </a:gsLst>
          <a:lin ang="5400012" scaled="0"/>
        </a:gra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3926475" y="1039950"/>
            <a:ext cx="4649100" cy="19581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37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3926475" y="3373050"/>
            <a:ext cx="2656200" cy="730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solidFill>
                  <a:srgbClr val="666666"/>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6286800" y="0"/>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dk1"/>
            </a:gs>
            <a:gs pos="100000">
              <a:schemeClr val="lt1"/>
            </a:gs>
          </a:gsLst>
          <a:lin ang="5400012" scaled="0"/>
        </a:grad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713225" y="2221675"/>
            <a:ext cx="4387800" cy="6780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713225" y="982925"/>
            <a:ext cx="1126200" cy="8889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 name="Google Shape;16;p3"/>
          <p:cNvSpPr txBox="1"/>
          <p:nvPr>
            <p:ph idx="1" type="subTitle"/>
          </p:nvPr>
        </p:nvSpPr>
        <p:spPr>
          <a:xfrm>
            <a:off x="713225" y="2899550"/>
            <a:ext cx="2369400" cy="5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 name="Google Shape;17;p3"/>
          <p:cNvSpPr/>
          <p:nvPr/>
        </p:nvSpPr>
        <p:spPr>
          <a:xfrm flipH="1" rot="10800000">
            <a:off x="0" y="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flipH="1">
            <a:off x="753090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gradFill>
          <a:gsLst>
            <a:gs pos="0">
              <a:schemeClr val="dk1"/>
            </a:gs>
            <a:gs pos="100000">
              <a:schemeClr val="lt1"/>
            </a:gs>
          </a:gsLst>
          <a:lin ang="16200038" scaled="0"/>
        </a:gradFill>
      </p:bgPr>
    </p:bg>
    <p:spTree>
      <p:nvGrpSpPr>
        <p:cNvPr id="19" name="Shape 19"/>
        <p:cNvGrpSpPr/>
        <p:nvPr/>
      </p:nvGrpSpPr>
      <p:grpSpPr>
        <a:xfrm>
          <a:off x="0" y="0"/>
          <a:ext cx="0" cy="0"/>
          <a:chOff x="0" y="0"/>
          <a:chExt cx="0" cy="0"/>
        </a:xfrm>
      </p:grpSpPr>
      <p:sp>
        <p:nvSpPr>
          <p:cNvPr id="20" name="Google Shape;20;p4"/>
          <p:cNvSpPr txBox="1"/>
          <p:nvPr>
            <p:ph idx="1" type="body"/>
          </p:nvPr>
        </p:nvSpPr>
        <p:spPr>
          <a:xfrm>
            <a:off x="713225" y="3093025"/>
            <a:ext cx="3858900" cy="8103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AutoNum type="arabicPeriod"/>
              <a:defRPr>
                <a:solidFill>
                  <a:srgbClr val="434343"/>
                </a:solidFill>
              </a:defRPr>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21" name="Google Shape;21;p4"/>
          <p:cNvSpPr txBox="1"/>
          <p:nvPr>
            <p:ph type="title"/>
          </p:nvPr>
        </p:nvSpPr>
        <p:spPr>
          <a:xfrm>
            <a:off x="713225" y="1240175"/>
            <a:ext cx="3858900" cy="1377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22" name="Google Shape;22;p4"/>
          <p:cNvSpPr/>
          <p:nvPr/>
        </p:nvSpPr>
        <p:spPr>
          <a:xfrm flipH="1">
            <a:off x="753090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flipH="1" rot="10800000">
            <a:off x="0" y="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314375" y="44179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777450" y="4417950"/>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6054600" y="-1095425"/>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gradFill>
          <a:gsLst>
            <a:gs pos="0">
              <a:schemeClr val="dk1"/>
            </a:gs>
            <a:gs pos="100000">
              <a:schemeClr val="lt1"/>
            </a:gs>
          </a:gsLst>
          <a:lin ang="18900044" scaled="0"/>
        </a:gradFill>
      </p:bgPr>
    </p:bg>
    <p:spTree>
      <p:nvGrpSpPr>
        <p:cNvPr id="27" name="Shape 27"/>
        <p:cNvGrpSpPr/>
        <p:nvPr/>
      </p:nvGrpSpPr>
      <p:grpSpPr>
        <a:xfrm>
          <a:off x="0" y="0"/>
          <a:ext cx="0" cy="0"/>
          <a:chOff x="0" y="0"/>
          <a:chExt cx="0" cy="0"/>
        </a:xfrm>
      </p:grpSpPr>
      <p:sp>
        <p:nvSpPr>
          <p:cNvPr id="28" name="Google Shape;28;p5"/>
          <p:cNvSpPr txBox="1"/>
          <p:nvPr>
            <p:ph type="title"/>
          </p:nvPr>
        </p:nvSpPr>
        <p:spPr>
          <a:xfrm>
            <a:off x="1267638" y="2711350"/>
            <a:ext cx="29424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300">
                <a:solidFill>
                  <a:schemeClr val="accen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9" name="Google Shape;29;p5"/>
          <p:cNvSpPr txBox="1"/>
          <p:nvPr>
            <p:ph idx="2" type="title"/>
          </p:nvPr>
        </p:nvSpPr>
        <p:spPr>
          <a:xfrm>
            <a:off x="4933895" y="2711350"/>
            <a:ext cx="29424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300">
                <a:solidFill>
                  <a:schemeClr val="accen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 name="Google Shape;30;p5"/>
          <p:cNvSpPr txBox="1"/>
          <p:nvPr>
            <p:ph idx="1" type="subTitle"/>
          </p:nvPr>
        </p:nvSpPr>
        <p:spPr>
          <a:xfrm>
            <a:off x="4933895" y="3068050"/>
            <a:ext cx="2942400" cy="100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1" name="Google Shape;31;p5"/>
          <p:cNvSpPr txBox="1"/>
          <p:nvPr>
            <p:ph idx="3" type="subTitle"/>
          </p:nvPr>
        </p:nvSpPr>
        <p:spPr>
          <a:xfrm>
            <a:off x="1267638" y="3068050"/>
            <a:ext cx="2942400" cy="100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2" name="Google Shape;32;p5"/>
          <p:cNvSpPr txBox="1"/>
          <p:nvPr>
            <p:ph idx="4"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33" name="Google Shape;33;p5"/>
          <p:cNvSpPr/>
          <p:nvPr/>
        </p:nvSpPr>
        <p:spPr>
          <a:xfrm>
            <a:off x="0" y="482220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dk1"/>
            </a:gs>
            <a:gs pos="100000">
              <a:schemeClr val="lt1"/>
            </a:gs>
          </a:gsLst>
          <a:lin ang="10801400" scaled="0"/>
        </a:gradFill>
      </p:bgPr>
    </p:bg>
    <p:spTree>
      <p:nvGrpSpPr>
        <p:cNvPr id="34" name="Shape 34"/>
        <p:cNvGrpSpPr/>
        <p:nvPr/>
      </p:nvGrpSpPr>
      <p:grpSpPr>
        <a:xfrm>
          <a:off x="0" y="0"/>
          <a:ext cx="0" cy="0"/>
          <a:chOff x="0" y="0"/>
          <a:chExt cx="0" cy="0"/>
        </a:xfrm>
      </p:grpSpPr>
      <p:sp>
        <p:nvSpPr>
          <p:cNvPr id="35" name="Google Shape;35;p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36" name="Google Shape;36;p6"/>
          <p:cNvSpPr/>
          <p:nvPr/>
        </p:nvSpPr>
        <p:spPr>
          <a:xfrm flipH="1">
            <a:off x="753090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p:nvPr/>
        </p:nvSpPr>
        <p:spPr>
          <a:xfrm flipH="1" rot="10800000">
            <a:off x="0" y="0"/>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a:off x="-777475" y="4424625"/>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ph type="title"/>
          </p:nvPr>
        </p:nvSpPr>
        <p:spPr>
          <a:xfrm>
            <a:off x="3372600" y="838625"/>
            <a:ext cx="4104600" cy="8922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 name="Google Shape;41;p7"/>
          <p:cNvSpPr txBox="1"/>
          <p:nvPr>
            <p:ph idx="1" type="subTitle"/>
          </p:nvPr>
        </p:nvSpPr>
        <p:spPr>
          <a:xfrm>
            <a:off x="3372600" y="2233671"/>
            <a:ext cx="4104600" cy="207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42" name="Google Shape;42;p7"/>
          <p:cNvSpPr/>
          <p:nvPr/>
        </p:nvSpPr>
        <p:spPr>
          <a:xfrm flipH="1">
            <a:off x="6286800" y="4822125"/>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a:off x="-777475" y="-951200"/>
            <a:ext cx="2981400" cy="29814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p:nvPr/>
        </p:nvSpPr>
        <p:spPr>
          <a:xfrm>
            <a:off x="-308275" y="1426075"/>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gradFill>
          <a:gsLst>
            <a:gs pos="0">
              <a:schemeClr val="dk1"/>
            </a:gs>
            <a:gs pos="100000">
              <a:schemeClr val="lt1"/>
            </a:gs>
          </a:gsLst>
          <a:lin ang="18900732" scaled="0"/>
        </a:gra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915300" y="1481575"/>
            <a:ext cx="4515600" cy="187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p:nvPr/>
        </p:nvSpPr>
        <p:spPr>
          <a:xfrm rot="10800000">
            <a:off x="6286800" y="0"/>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
          <p:cNvSpPr/>
          <p:nvPr/>
        </p:nvSpPr>
        <p:spPr>
          <a:xfrm>
            <a:off x="289325" y="-1046750"/>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gradFill>
          <a:gsLst>
            <a:gs pos="0">
              <a:schemeClr val="dk1"/>
            </a:gs>
            <a:gs pos="100000">
              <a:schemeClr val="lt1"/>
            </a:gs>
          </a:gsLst>
          <a:lin ang="16200038" scaled="0"/>
        </a:gradFill>
      </p:bgPr>
    </p:bg>
    <p:spTree>
      <p:nvGrpSpPr>
        <p:cNvPr id="50" name="Shape 50"/>
        <p:cNvGrpSpPr/>
        <p:nvPr/>
      </p:nvGrpSpPr>
      <p:grpSpPr>
        <a:xfrm>
          <a:off x="0" y="0"/>
          <a:ext cx="0" cy="0"/>
          <a:chOff x="0" y="0"/>
          <a:chExt cx="0" cy="0"/>
        </a:xfrm>
      </p:grpSpPr>
      <p:sp>
        <p:nvSpPr>
          <p:cNvPr id="51" name="Google Shape;51;p9"/>
          <p:cNvSpPr txBox="1"/>
          <p:nvPr>
            <p:ph type="title"/>
          </p:nvPr>
        </p:nvSpPr>
        <p:spPr>
          <a:xfrm>
            <a:off x="3338275" y="1415713"/>
            <a:ext cx="5092500" cy="7152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2" name="Google Shape;52;p9"/>
          <p:cNvSpPr txBox="1"/>
          <p:nvPr>
            <p:ph idx="1" type="subTitle"/>
          </p:nvPr>
        </p:nvSpPr>
        <p:spPr>
          <a:xfrm>
            <a:off x="3338275" y="2543688"/>
            <a:ext cx="5092500" cy="118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 name="Google Shape;53;p9"/>
          <p:cNvSpPr/>
          <p:nvPr/>
        </p:nvSpPr>
        <p:spPr>
          <a:xfrm flipH="1">
            <a:off x="6286800" y="4822125"/>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9"/>
          <p:cNvSpPr/>
          <p:nvPr/>
        </p:nvSpPr>
        <p:spPr>
          <a:xfrm flipH="1" rot="10800000">
            <a:off x="0" y="0"/>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p:nvPr/>
        </p:nvSpPr>
        <p:spPr>
          <a:xfrm>
            <a:off x="-904525" y="1831800"/>
            <a:ext cx="4698300" cy="46989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a:off x="2580750" y="3936625"/>
            <a:ext cx="2162700" cy="2162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p:nvPr/>
        </p:nvSpPr>
        <p:spPr>
          <a:xfrm>
            <a:off x="-390175" y="1831800"/>
            <a:ext cx="856500" cy="856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0"/>
          <p:cNvSpPr txBox="1"/>
          <p:nvPr>
            <p:ph type="title"/>
          </p:nvPr>
        </p:nvSpPr>
        <p:spPr>
          <a:xfrm>
            <a:off x="713225" y="2508375"/>
            <a:ext cx="2260500" cy="188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chemeClr val="dk1"/>
            </a:gs>
            <a:gs pos="100000">
              <a:schemeClr val="lt1"/>
            </a:gs>
          </a:gsLst>
          <a:lin ang="5400700" scaled="0"/>
        </a:gra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321475" y="1384463"/>
            <a:ext cx="5109300" cy="15687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10000">
                <a:solidFill>
                  <a:schemeClr val="l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2" name="Google Shape;62;p11"/>
          <p:cNvSpPr txBox="1"/>
          <p:nvPr>
            <p:ph idx="1" type="subTitle"/>
          </p:nvPr>
        </p:nvSpPr>
        <p:spPr>
          <a:xfrm>
            <a:off x="3321475" y="3187388"/>
            <a:ext cx="5109300" cy="38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63" name="Google Shape;63;p11"/>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1"/>
          <p:cNvSpPr/>
          <p:nvPr/>
        </p:nvSpPr>
        <p:spPr>
          <a:xfrm rot="10800000">
            <a:off x="6286800" y="0"/>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p:nvPr/>
        </p:nvSpPr>
        <p:spPr>
          <a:xfrm>
            <a:off x="6268075" y="4219925"/>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1"/>
          <p:cNvSpPr/>
          <p:nvPr/>
        </p:nvSpPr>
        <p:spPr>
          <a:xfrm>
            <a:off x="5130775" y="4556075"/>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bg>
      <p:bgPr>
        <a:gradFill>
          <a:gsLst>
            <a:gs pos="0">
              <a:schemeClr val="dk1"/>
            </a:gs>
            <a:gs pos="100000">
              <a:schemeClr val="lt1"/>
            </a:gs>
          </a:gsLst>
          <a:lin ang="10800025" scaled="0"/>
        </a:gradFill>
      </p:bgPr>
    </p:bg>
    <p:spTree>
      <p:nvGrpSpPr>
        <p:cNvPr id="68" name="Shape 68"/>
        <p:cNvGrpSpPr/>
        <p:nvPr/>
      </p:nvGrpSpPr>
      <p:grpSpPr>
        <a:xfrm>
          <a:off x="0" y="0"/>
          <a:ext cx="0" cy="0"/>
          <a:chOff x="0" y="0"/>
          <a:chExt cx="0" cy="0"/>
        </a:xfrm>
      </p:grpSpPr>
      <p:sp>
        <p:nvSpPr>
          <p:cNvPr id="69" name="Google Shape;69;p13"/>
          <p:cNvSpPr txBox="1"/>
          <p:nvPr>
            <p:ph type="title"/>
          </p:nvPr>
        </p:nvSpPr>
        <p:spPr>
          <a:xfrm>
            <a:off x="1772463" y="1654725"/>
            <a:ext cx="2638500" cy="357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0" name="Google Shape;70;p13"/>
          <p:cNvSpPr txBox="1"/>
          <p:nvPr>
            <p:ph idx="1" type="subTitle"/>
          </p:nvPr>
        </p:nvSpPr>
        <p:spPr>
          <a:xfrm>
            <a:off x="1772463" y="2012990"/>
            <a:ext cx="2638500" cy="524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 name="Google Shape;71;p13"/>
          <p:cNvSpPr txBox="1"/>
          <p:nvPr>
            <p:ph idx="2" type="title"/>
          </p:nvPr>
        </p:nvSpPr>
        <p:spPr>
          <a:xfrm>
            <a:off x="5474937" y="1654725"/>
            <a:ext cx="2638500" cy="357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2" name="Google Shape;72;p13"/>
          <p:cNvSpPr txBox="1"/>
          <p:nvPr>
            <p:ph idx="3" type="subTitle"/>
          </p:nvPr>
        </p:nvSpPr>
        <p:spPr>
          <a:xfrm>
            <a:off x="5474937" y="2012990"/>
            <a:ext cx="2638500" cy="524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 name="Google Shape;73;p13"/>
          <p:cNvSpPr txBox="1"/>
          <p:nvPr>
            <p:ph hasCustomPrompt="1" idx="4" type="title"/>
          </p:nvPr>
        </p:nvSpPr>
        <p:spPr>
          <a:xfrm>
            <a:off x="1030563" y="1654725"/>
            <a:ext cx="665700" cy="3570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p:nvPr>
            <p:ph hasCustomPrompt="1" idx="5" type="title"/>
          </p:nvPr>
        </p:nvSpPr>
        <p:spPr>
          <a:xfrm>
            <a:off x="4733038" y="1654725"/>
            <a:ext cx="665700" cy="357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p:nvPr>
            <p:ph idx="6"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6" name="Google Shape;76;p13"/>
          <p:cNvSpPr txBox="1"/>
          <p:nvPr>
            <p:ph idx="7" type="title"/>
          </p:nvPr>
        </p:nvSpPr>
        <p:spPr>
          <a:xfrm>
            <a:off x="1772463" y="3061675"/>
            <a:ext cx="2638500" cy="357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7" name="Google Shape;77;p13"/>
          <p:cNvSpPr txBox="1"/>
          <p:nvPr>
            <p:ph idx="8" type="subTitle"/>
          </p:nvPr>
        </p:nvSpPr>
        <p:spPr>
          <a:xfrm>
            <a:off x="1772463" y="3419940"/>
            <a:ext cx="2638500" cy="524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 name="Google Shape;78;p13"/>
          <p:cNvSpPr txBox="1"/>
          <p:nvPr>
            <p:ph idx="9" type="title"/>
          </p:nvPr>
        </p:nvSpPr>
        <p:spPr>
          <a:xfrm>
            <a:off x="5474937" y="3061675"/>
            <a:ext cx="2638500" cy="357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79" name="Google Shape;79;p13"/>
          <p:cNvSpPr txBox="1"/>
          <p:nvPr>
            <p:ph idx="13" type="subTitle"/>
          </p:nvPr>
        </p:nvSpPr>
        <p:spPr>
          <a:xfrm>
            <a:off x="5474937" y="3419940"/>
            <a:ext cx="2638500" cy="524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 name="Google Shape;80;p13"/>
          <p:cNvSpPr txBox="1"/>
          <p:nvPr>
            <p:ph hasCustomPrompt="1" idx="14" type="title"/>
          </p:nvPr>
        </p:nvSpPr>
        <p:spPr>
          <a:xfrm>
            <a:off x="1030563" y="3061675"/>
            <a:ext cx="665700" cy="3570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hasCustomPrompt="1" idx="15" type="title"/>
          </p:nvPr>
        </p:nvSpPr>
        <p:spPr>
          <a:xfrm>
            <a:off x="4733038" y="3061675"/>
            <a:ext cx="665700" cy="357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p:nvPr/>
        </p:nvSpPr>
        <p:spPr>
          <a:xfrm>
            <a:off x="0" y="482220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bg>
      <p:bgPr>
        <a:gradFill>
          <a:gsLst>
            <a:gs pos="0">
              <a:schemeClr val="dk1"/>
            </a:gs>
            <a:gs pos="100000">
              <a:schemeClr val="lt1"/>
            </a:gs>
          </a:gsLst>
          <a:lin ang="5400700" scaled="0"/>
        </a:gradFill>
      </p:bgPr>
    </p:bg>
    <p:spTree>
      <p:nvGrpSpPr>
        <p:cNvPr id="83" name="Shape 83"/>
        <p:cNvGrpSpPr/>
        <p:nvPr/>
      </p:nvGrpSpPr>
      <p:grpSpPr>
        <a:xfrm>
          <a:off x="0" y="0"/>
          <a:ext cx="0" cy="0"/>
          <a:chOff x="0" y="0"/>
          <a:chExt cx="0" cy="0"/>
        </a:xfrm>
      </p:grpSpPr>
      <p:sp>
        <p:nvSpPr>
          <p:cNvPr id="84" name="Google Shape;84;p14"/>
          <p:cNvSpPr txBox="1"/>
          <p:nvPr>
            <p:ph type="title"/>
          </p:nvPr>
        </p:nvSpPr>
        <p:spPr>
          <a:xfrm>
            <a:off x="713225" y="1584850"/>
            <a:ext cx="4338600" cy="932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67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5" name="Google Shape;85;p14"/>
          <p:cNvSpPr txBox="1"/>
          <p:nvPr>
            <p:ph idx="1" type="subTitle"/>
          </p:nvPr>
        </p:nvSpPr>
        <p:spPr>
          <a:xfrm>
            <a:off x="713225" y="2922025"/>
            <a:ext cx="4338600" cy="61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 name="Google Shape;86;p14"/>
          <p:cNvSpPr/>
          <p:nvPr/>
        </p:nvSpPr>
        <p:spPr>
          <a:xfrm flipH="1" rot="10800000">
            <a:off x="0" y="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flipH="1">
            <a:off x="753090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370650" y="4237275"/>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7406975" y="-951200"/>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gradFill>
          <a:gsLst>
            <a:gs pos="0">
              <a:schemeClr val="dk1"/>
            </a:gs>
            <a:gs pos="100000">
              <a:schemeClr val="lt1"/>
            </a:gs>
          </a:gsLst>
          <a:lin ang="5400700" scaled="0"/>
        </a:gradFill>
      </p:bgPr>
    </p:bg>
    <p:spTree>
      <p:nvGrpSpPr>
        <p:cNvPr id="90" name="Shape 90"/>
        <p:cNvGrpSpPr/>
        <p:nvPr/>
      </p:nvGrpSpPr>
      <p:grpSpPr>
        <a:xfrm>
          <a:off x="0" y="0"/>
          <a:ext cx="0" cy="0"/>
          <a:chOff x="0" y="0"/>
          <a:chExt cx="0" cy="0"/>
        </a:xfrm>
      </p:grpSpPr>
      <p:sp>
        <p:nvSpPr>
          <p:cNvPr id="91" name="Google Shape;91;p15"/>
          <p:cNvSpPr txBox="1"/>
          <p:nvPr>
            <p:ph type="title"/>
          </p:nvPr>
        </p:nvSpPr>
        <p:spPr>
          <a:xfrm>
            <a:off x="969750" y="3381325"/>
            <a:ext cx="33456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3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2" name="Google Shape;92;p15"/>
          <p:cNvSpPr txBox="1"/>
          <p:nvPr>
            <p:ph idx="1" type="subTitle"/>
          </p:nvPr>
        </p:nvSpPr>
        <p:spPr>
          <a:xfrm>
            <a:off x="969750" y="1405475"/>
            <a:ext cx="7204500" cy="1516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93" name="Google Shape;93;p15"/>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rot="10800000">
            <a:off x="6286800" y="0"/>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bg>
      <p:bgPr>
        <a:gradFill>
          <a:gsLst>
            <a:gs pos="0">
              <a:schemeClr val="dk1"/>
            </a:gs>
            <a:gs pos="100000">
              <a:schemeClr val="lt1"/>
            </a:gs>
          </a:gsLst>
          <a:lin ang="18900732" scaled="0"/>
        </a:gradFill>
      </p:bgPr>
    </p:bg>
    <p:spTree>
      <p:nvGrpSpPr>
        <p:cNvPr id="95" name="Shape 95"/>
        <p:cNvGrpSpPr/>
        <p:nvPr/>
      </p:nvGrpSpPr>
      <p:grpSpPr>
        <a:xfrm>
          <a:off x="0" y="0"/>
          <a:ext cx="0" cy="0"/>
          <a:chOff x="0" y="0"/>
          <a:chExt cx="0" cy="0"/>
        </a:xfrm>
      </p:grpSpPr>
      <p:sp>
        <p:nvSpPr>
          <p:cNvPr id="96" name="Google Shape;96;p16"/>
          <p:cNvSpPr txBox="1"/>
          <p:nvPr>
            <p:ph type="title"/>
          </p:nvPr>
        </p:nvSpPr>
        <p:spPr>
          <a:xfrm>
            <a:off x="713225" y="1376788"/>
            <a:ext cx="2865300" cy="8769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7" name="Google Shape;97;p16"/>
          <p:cNvSpPr txBox="1"/>
          <p:nvPr>
            <p:ph idx="1" type="subTitle"/>
          </p:nvPr>
        </p:nvSpPr>
        <p:spPr>
          <a:xfrm>
            <a:off x="713225" y="2753300"/>
            <a:ext cx="2865300" cy="10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 name="Google Shape;98;p16"/>
          <p:cNvSpPr/>
          <p:nvPr/>
        </p:nvSpPr>
        <p:spPr>
          <a:xfrm flipH="1">
            <a:off x="753090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flipH="1" rot="10800000">
            <a:off x="0" y="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314375" y="44179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777450" y="4417950"/>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7093500" y="-805900"/>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8176100" y="229275"/>
            <a:ext cx="637500" cy="6375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bg>
      <p:bgPr>
        <a:gradFill>
          <a:gsLst>
            <a:gs pos="0">
              <a:schemeClr val="dk1"/>
            </a:gs>
            <a:gs pos="100000">
              <a:schemeClr val="lt1"/>
            </a:gs>
          </a:gsLst>
          <a:lin ang="5400700" scaled="0"/>
        </a:gradFill>
      </p:bgPr>
    </p:bg>
    <p:spTree>
      <p:nvGrpSpPr>
        <p:cNvPr id="104" name="Shape 104"/>
        <p:cNvGrpSpPr/>
        <p:nvPr/>
      </p:nvGrpSpPr>
      <p:grpSpPr>
        <a:xfrm>
          <a:off x="0" y="0"/>
          <a:ext cx="0" cy="0"/>
          <a:chOff x="0" y="0"/>
          <a:chExt cx="0" cy="0"/>
        </a:xfrm>
      </p:grpSpPr>
      <p:sp>
        <p:nvSpPr>
          <p:cNvPr id="105" name="Google Shape;105;p17"/>
          <p:cNvSpPr txBox="1"/>
          <p:nvPr>
            <p:ph type="title"/>
          </p:nvPr>
        </p:nvSpPr>
        <p:spPr>
          <a:xfrm>
            <a:off x="4608363" y="1706900"/>
            <a:ext cx="28653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 name="Google Shape;106;p17"/>
          <p:cNvSpPr txBox="1"/>
          <p:nvPr>
            <p:ph idx="1" type="subTitle"/>
          </p:nvPr>
        </p:nvSpPr>
        <p:spPr>
          <a:xfrm>
            <a:off x="4608363" y="2692650"/>
            <a:ext cx="2865300" cy="10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17"/>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rot="10800000">
            <a:off x="6286800" y="0"/>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a:off x="-994650" y="-68350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p:nvPr/>
        </p:nvSpPr>
        <p:spPr>
          <a:xfrm>
            <a:off x="7603575" y="3720950"/>
            <a:ext cx="2162700" cy="2162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p:nvPr/>
        </p:nvSpPr>
        <p:spPr>
          <a:xfrm>
            <a:off x="6743375" y="4272225"/>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1015650" y="349000"/>
            <a:ext cx="381000" cy="3810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bg>
      <p:bgPr>
        <a:gradFill>
          <a:gsLst>
            <a:gs pos="0">
              <a:schemeClr val="dk1"/>
            </a:gs>
            <a:gs pos="100000">
              <a:schemeClr val="lt1"/>
            </a:gs>
          </a:gsLst>
          <a:lin ang="18900732" scaled="0"/>
        </a:gradFill>
      </p:bgPr>
    </p:bg>
    <p:spTree>
      <p:nvGrpSpPr>
        <p:cNvPr id="113" name="Shape 113"/>
        <p:cNvGrpSpPr/>
        <p:nvPr/>
      </p:nvGrpSpPr>
      <p:grpSpPr>
        <a:xfrm>
          <a:off x="0" y="0"/>
          <a:ext cx="0" cy="0"/>
          <a:chOff x="0" y="0"/>
          <a:chExt cx="0" cy="0"/>
        </a:xfrm>
      </p:grpSpPr>
      <p:sp>
        <p:nvSpPr>
          <p:cNvPr id="114" name="Google Shape;114;p18"/>
          <p:cNvSpPr txBox="1"/>
          <p:nvPr>
            <p:ph type="title"/>
          </p:nvPr>
        </p:nvSpPr>
        <p:spPr>
          <a:xfrm>
            <a:off x="1949025" y="1572175"/>
            <a:ext cx="28653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 name="Google Shape;115;p18"/>
          <p:cNvSpPr txBox="1"/>
          <p:nvPr>
            <p:ph idx="1" type="subTitle"/>
          </p:nvPr>
        </p:nvSpPr>
        <p:spPr>
          <a:xfrm>
            <a:off x="1949025" y="2557925"/>
            <a:ext cx="2865300" cy="10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 name="Google Shape;116;p18"/>
          <p:cNvSpPr/>
          <p:nvPr/>
        </p:nvSpPr>
        <p:spPr>
          <a:xfrm>
            <a:off x="0" y="482220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p:nvPr/>
        </p:nvSpPr>
        <p:spPr>
          <a:xfrm rot="10800000">
            <a:off x="7527900" y="0"/>
            <a:ext cx="1616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p:nvPr/>
        </p:nvSpPr>
        <p:spPr>
          <a:xfrm>
            <a:off x="6981300" y="4654725"/>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8"/>
          <p:cNvSpPr/>
          <p:nvPr/>
        </p:nvSpPr>
        <p:spPr>
          <a:xfrm>
            <a:off x="8430775" y="4136450"/>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gradFill>
          <a:gsLst>
            <a:gs pos="0">
              <a:schemeClr val="dk1"/>
            </a:gs>
            <a:gs pos="100000">
              <a:schemeClr val="lt1"/>
            </a:gs>
          </a:gsLst>
          <a:lin ang="18900732" scaled="0"/>
        </a:gradFill>
      </p:bgPr>
    </p:bg>
    <p:spTree>
      <p:nvGrpSpPr>
        <p:cNvPr id="120" name="Shape 120"/>
        <p:cNvGrpSpPr/>
        <p:nvPr/>
      </p:nvGrpSpPr>
      <p:grpSpPr>
        <a:xfrm>
          <a:off x="0" y="0"/>
          <a:ext cx="0" cy="0"/>
          <a:chOff x="0" y="0"/>
          <a:chExt cx="0" cy="0"/>
        </a:xfrm>
      </p:grpSpPr>
      <p:sp>
        <p:nvSpPr>
          <p:cNvPr id="121" name="Google Shape;121;p19"/>
          <p:cNvSpPr txBox="1"/>
          <p:nvPr>
            <p:ph type="title"/>
          </p:nvPr>
        </p:nvSpPr>
        <p:spPr>
          <a:xfrm>
            <a:off x="713225" y="1456500"/>
            <a:ext cx="3519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300">
                <a:solidFill>
                  <a:schemeClr val="accen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 name="Google Shape;122;p19"/>
          <p:cNvSpPr txBox="1"/>
          <p:nvPr>
            <p:ph idx="2" type="title"/>
          </p:nvPr>
        </p:nvSpPr>
        <p:spPr>
          <a:xfrm>
            <a:off x="4911425" y="1456500"/>
            <a:ext cx="3519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300">
                <a:solidFill>
                  <a:schemeClr val="accen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3" name="Google Shape;123;p19"/>
          <p:cNvSpPr txBox="1"/>
          <p:nvPr>
            <p:ph idx="1" type="subTitle"/>
          </p:nvPr>
        </p:nvSpPr>
        <p:spPr>
          <a:xfrm>
            <a:off x="4911425" y="1965600"/>
            <a:ext cx="3519300" cy="229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400"/>
              <a:buChar char="●"/>
              <a:defRPr b="0" sz="1400"/>
            </a:lvl1pPr>
            <a:lvl2pPr lvl="1" rtl="0" algn="ctr">
              <a:lnSpc>
                <a:spcPct val="100000"/>
              </a:lnSpc>
              <a:spcBef>
                <a:spcPts val="1000"/>
              </a:spcBef>
              <a:spcAft>
                <a:spcPts val="0"/>
              </a:spcAft>
              <a:buSzPts val="2800"/>
              <a:buChar char="○"/>
              <a:defRPr sz="2800"/>
            </a:lvl2pPr>
            <a:lvl3pPr lvl="2" rtl="0" algn="ctr">
              <a:lnSpc>
                <a:spcPct val="100000"/>
              </a:lnSpc>
              <a:spcBef>
                <a:spcPts val="0"/>
              </a:spcBef>
              <a:spcAft>
                <a:spcPts val="0"/>
              </a:spcAft>
              <a:buSzPts val="2800"/>
              <a:buChar char="■"/>
              <a:defRPr sz="2800"/>
            </a:lvl3pPr>
            <a:lvl4pPr lvl="3" rtl="0" algn="ctr">
              <a:lnSpc>
                <a:spcPct val="100000"/>
              </a:lnSpc>
              <a:spcBef>
                <a:spcPts val="0"/>
              </a:spcBef>
              <a:spcAft>
                <a:spcPts val="0"/>
              </a:spcAft>
              <a:buSzPts val="2800"/>
              <a:buChar char="●"/>
              <a:defRPr sz="2800"/>
            </a:lvl4pPr>
            <a:lvl5pPr lvl="4" rtl="0" algn="ctr">
              <a:lnSpc>
                <a:spcPct val="100000"/>
              </a:lnSpc>
              <a:spcBef>
                <a:spcPts val="0"/>
              </a:spcBef>
              <a:spcAft>
                <a:spcPts val="0"/>
              </a:spcAft>
              <a:buSzPts val="2800"/>
              <a:buChar char="○"/>
              <a:defRPr sz="2800"/>
            </a:lvl5pPr>
            <a:lvl6pPr lvl="5" rtl="0" algn="ctr">
              <a:lnSpc>
                <a:spcPct val="100000"/>
              </a:lnSpc>
              <a:spcBef>
                <a:spcPts val="0"/>
              </a:spcBef>
              <a:spcAft>
                <a:spcPts val="0"/>
              </a:spcAft>
              <a:buSzPts val="2800"/>
              <a:buChar char="■"/>
              <a:defRPr sz="2800"/>
            </a:lvl6pPr>
            <a:lvl7pPr lvl="6" rtl="0" algn="ctr">
              <a:lnSpc>
                <a:spcPct val="100000"/>
              </a:lnSpc>
              <a:spcBef>
                <a:spcPts val="0"/>
              </a:spcBef>
              <a:spcAft>
                <a:spcPts val="0"/>
              </a:spcAft>
              <a:buSzPts val="2800"/>
              <a:buChar char="●"/>
              <a:defRPr sz="2800"/>
            </a:lvl7pPr>
            <a:lvl8pPr lvl="7" rtl="0" algn="ctr">
              <a:lnSpc>
                <a:spcPct val="100000"/>
              </a:lnSpc>
              <a:spcBef>
                <a:spcPts val="0"/>
              </a:spcBef>
              <a:spcAft>
                <a:spcPts val="0"/>
              </a:spcAft>
              <a:buSzPts val="2800"/>
              <a:buChar char="○"/>
              <a:defRPr sz="2800"/>
            </a:lvl8pPr>
            <a:lvl9pPr lvl="8" rtl="0" algn="ctr">
              <a:lnSpc>
                <a:spcPct val="100000"/>
              </a:lnSpc>
              <a:spcBef>
                <a:spcPts val="0"/>
              </a:spcBef>
              <a:spcAft>
                <a:spcPts val="0"/>
              </a:spcAft>
              <a:buSzPts val="2800"/>
              <a:buChar char="■"/>
              <a:defRPr sz="2800"/>
            </a:lvl9pPr>
          </a:lstStyle>
          <a:p/>
        </p:txBody>
      </p:sp>
      <p:sp>
        <p:nvSpPr>
          <p:cNvPr id="124" name="Google Shape;124;p19"/>
          <p:cNvSpPr txBox="1"/>
          <p:nvPr>
            <p:ph idx="3" type="subTitle"/>
          </p:nvPr>
        </p:nvSpPr>
        <p:spPr>
          <a:xfrm>
            <a:off x="713225" y="1965600"/>
            <a:ext cx="3519300" cy="229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400"/>
              <a:buChar char="●"/>
              <a:defRPr b="0" sz="1400"/>
            </a:lvl1pPr>
            <a:lvl2pPr lvl="1" rtl="0" algn="ctr">
              <a:lnSpc>
                <a:spcPct val="100000"/>
              </a:lnSpc>
              <a:spcBef>
                <a:spcPts val="1000"/>
              </a:spcBef>
              <a:spcAft>
                <a:spcPts val="0"/>
              </a:spcAft>
              <a:buSzPts val="2800"/>
              <a:buChar char="○"/>
              <a:defRPr sz="2800"/>
            </a:lvl2pPr>
            <a:lvl3pPr lvl="2" rtl="0" algn="ctr">
              <a:lnSpc>
                <a:spcPct val="100000"/>
              </a:lnSpc>
              <a:spcBef>
                <a:spcPts val="0"/>
              </a:spcBef>
              <a:spcAft>
                <a:spcPts val="0"/>
              </a:spcAft>
              <a:buSzPts val="2800"/>
              <a:buChar char="■"/>
              <a:defRPr sz="2800"/>
            </a:lvl3pPr>
            <a:lvl4pPr lvl="3" rtl="0" algn="ctr">
              <a:lnSpc>
                <a:spcPct val="100000"/>
              </a:lnSpc>
              <a:spcBef>
                <a:spcPts val="0"/>
              </a:spcBef>
              <a:spcAft>
                <a:spcPts val="0"/>
              </a:spcAft>
              <a:buSzPts val="2800"/>
              <a:buChar char="●"/>
              <a:defRPr sz="2800"/>
            </a:lvl4pPr>
            <a:lvl5pPr lvl="4" rtl="0" algn="ctr">
              <a:lnSpc>
                <a:spcPct val="100000"/>
              </a:lnSpc>
              <a:spcBef>
                <a:spcPts val="0"/>
              </a:spcBef>
              <a:spcAft>
                <a:spcPts val="0"/>
              </a:spcAft>
              <a:buSzPts val="2800"/>
              <a:buChar char="○"/>
              <a:defRPr sz="2800"/>
            </a:lvl5pPr>
            <a:lvl6pPr lvl="5" rtl="0" algn="ctr">
              <a:lnSpc>
                <a:spcPct val="100000"/>
              </a:lnSpc>
              <a:spcBef>
                <a:spcPts val="0"/>
              </a:spcBef>
              <a:spcAft>
                <a:spcPts val="0"/>
              </a:spcAft>
              <a:buSzPts val="2800"/>
              <a:buChar char="■"/>
              <a:defRPr sz="2800"/>
            </a:lvl6pPr>
            <a:lvl7pPr lvl="6" rtl="0" algn="ctr">
              <a:lnSpc>
                <a:spcPct val="100000"/>
              </a:lnSpc>
              <a:spcBef>
                <a:spcPts val="0"/>
              </a:spcBef>
              <a:spcAft>
                <a:spcPts val="0"/>
              </a:spcAft>
              <a:buSzPts val="2800"/>
              <a:buChar char="●"/>
              <a:defRPr sz="2800"/>
            </a:lvl7pPr>
            <a:lvl8pPr lvl="7" rtl="0" algn="ctr">
              <a:lnSpc>
                <a:spcPct val="100000"/>
              </a:lnSpc>
              <a:spcBef>
                <a:spcPts val="0"/>
              </a:spcBef>
              <a:spcAft>
                <a:spcPts val="0"/>
              </a:spcAft>
              <a:buSzPts val="2800"/>
              <a:buChar char="○"/>
              <a:defRPr sz="2800"/>
            </a:lvl8pPr>
            <a:lvl9pPr lvl="8" rtl="0" algn="ctr">
              <a:lnSpc>
                <a:spcPct val="100000"/>
              </a:lnSpc>
              <a:spcBef>
                <a:spcPts val="0"/>
              </a:spcBef>
              <a:spcAft>
                <a:spcPts val="0"/>
              </a:spcAft>
              <a:buSzPts val="2800"/>
              <a:buChar char="■"/>
              <a:defRPr sz="2800"/>
            </a:lvl9pPr>
          </a:lstStyle>
          <a:p/>
        </p:txBody>
      </p:sp>
      <p:sp>
        <p:nvSpPr>
          <p:cNvPr id="125" name="Google Shape;125;p19"/>
          <p:cNvSpPr txBox="1"/>
          <p:nvPr>
            <p:ph idx="4"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26" name="Google Shape;126;p19"/>
          <p:cNvSpPr/>
          <p:nvPr/>
        </p:nvSpPr>
        <p:spPr>
          <a:xfrm flipH="1">
            <a:off x="6286800" y="4822125"/>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9"/>
          <p:cNvSpPr/>
          <p:nvPr/>
        </p:nvSpPr>
        <p:spPr>
          <a:xfrm flipH="1" rot="10800000">
            <a:off x="0" y="0"/>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a:off x="-777475" y="4424625"/>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bg>
      <p:bgPr>
        <a:gradFill>
          <a:gsLst>
            <a:gs pos="0">
              <a:schemeClr val="dk1"/>
            </a:gs>
            <a:gs pos="100000">
              <a:schemeClr val="lt1"/>
            </a:gs>
          </a:gsLst>
          <a:lin ang="18900732" scaled="0"/>
        </a:gradFill>
      </p:bgPr>
    </p:bg>
    <p:spTree>
      <p:nvGrpSpPr>
        <p:cNvPr id="129" name="Shape 129"/>
        <p:cNvGrpSpPr/>
        <p:nvPr/>
      </p:nvGrpSpPr>
      <p:grpSpPr>
        <a:xfrm>
          <a:off x="0" y="0"/>
          <a:ext cx="0" cy="0"/>
          <a:chOff x="0" y="0"/>
          <a:chExt cx="0" cy="0"/>
        </a:xfrm>
      </p:grpSpPr>
      <p:sp>
        <p:nvSpPr>
          <p:cNvPr id="130" name="Google Shape;130;p20"/>
          <p:cNvSpPr txBox="1"/>
          <p:nvPr>
            <p:ph type="title"/>
          </p:nvPr>
        </p:nvSpPr>
        <p:spPr>
          <a:xfrm>
            <a:off x="4572000" y="1355075"/>
            <a:ext cx="2547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300">
                <a:solidFill>
                  <a:schemeClr val="accen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1" name="Google Shape;131;p20"/>
          <p:cNvSpPr txBox="1"/>
          <p:nvPr>
            <p:ph idx="2" type="title"/>
          </p:nvPr>
        </p:nvSpPr>
        <p:spPr>
          <a:xfrm>
            <a:off x="4572000" y="2836825"/>
            <a:ext cx="2547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0" sz="2300">
                <a:solidFill>
                  <a:schemeClr val="accen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2" name="Google Shape;132;p20"/>
          <p:cNvSpPr txBox="1"/>
          <p:nvPr>
            <p:ph idx="1" type="subTitle"/>
          </p:nvPr>
        </p:nvSpPr>
        <p:spPr>
          <a:xfrm>
            <a:off x="4572000" y="3193525"/>
            <a:ext cx="2547300" cy="59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400"/>
              <a:buChar char="●"/>
              <a:defRPr b="0" sz="1400"/>
            </a:lvl1pPr>
            <a:lvl2pPr lvl="1" rtl="0" algn="ctr">
              <a:lnSpc>
                <a:spcPct val="100000"/>
              </a:lnSpc>
              <a:spcBef>
                <a:spcPts val="0"/>
              </a:spcBef>
              <a:spcAft>
                <a:spcPts val="0"/>
              </a:spcAft>
              <a:buSzPts val="2800"/>
              <a:buChar char="○"/>
              <a:defRPr sz="2800"/>
            </a:lvl2pPr>
            <a:lvl3pPr lvl="2" rtl="0" algn="ctr">
              <a:lnSpc>
                <a:spcPct val="100000"/>
              </a:lnSpc>
              <a:spcBef>
                <a:spcPts val="0"/>
              </a:spcBef>
              <a:spcAft>
                <a:spcPts val="0"/>
              </a:spcAft>
              <a:buSzPts val="2800"/>
              <a:buChar char="■"/>
              <a:defRPr sz="2800"/>
            </a:lvl3pPr>
            <a:lvl4pPr lvl="3" rtl="0" algn="ctr">
              <a:lnSpc>
                <a:spcPct val="100000"/>
              </a:lnSpc>
              <a:spcBef>
                <a:spcPts val="0"/>
              </a:spcBef>
              <a:spcAft>
                <a:spcPts val="0"/>
              </a:spcAft>
              <a:buSzPts val="2800"/>
              <a:buChar char="●"/>
              <a:defRPr sz="2800"/>
            </a:lvl4pPr>
            <a:lvl5pPr lvl="4" rtl="0" algn="ctr">
              <a:lnSpc>
                <a:spcPct val="100000"/>
              </a:lnSpc>
              <a:spcBef>
                <a:spcPts val="0"/>
              </a:spcBef>
              <a:spcAft>
                <a:spcPts val="0"/>
              </a:spcAft>
              <a:buSzPts val="2800"/>
              <a:buChar char="○"/>
              <a:defRPr sz="2800"/>
            </a:lvl5pPr>
            <a:lvl6pPr lvl="5" rtl="0" algn="ctr">
              <a:lnSpc>
                <a:spcPct val="100000"/>
              </a:lnSpc>
              <a:spcBef>
                <a:spcPts val="0"/>
              </a:spcBef>
              <a:spcAft>
                <a:spcPts val="0"/>
              </a:spcAft>
              <a:buSzPts val="2800"/>
              <a:buChar char="■"/>
              <a:defRPr sz="2800"/>
            </a:lvl6pPr>
            <a:lvl7pPr lvl="6" rtl="0" algn="ctr">
              <a:lnSpc>
                <a:spcPct val="100000"/>
              </a:lnSpc>
              <a:spcBef>
                <a:spcPts val="0"/>
              </a:spcBef>
              <a:spcAft>
                <a:spcPts val="0"/>
              </a:spcAft>
              <a:buSzPts val="2800"/>
              <a:buChar char="●"/>
              <a:defRPr sz="2800"/>
            </a:lvl7pPr>
            <a:lvl8pPr lvl="7" rtl="0" algn="ctr">
              <a:lnSpc>
                <a:spcPct val="100000"/>
              </a:lnSpc>
              <a:spcBef>
                <a:spcPts val="0"/>
              </a:spcBef>
              <a:spcAft>
                <a:spcPts val="0"/>
              </a:spcAft>
              <a:buSzPts val="2800"/>
              <a:buChar char="○"/>
              <a:defRPr sz="2800"/>
            </a:lvl8pPr>
            <a:lvl9pPr lvl="8" rtl="0" algn="ctr">
              <a:lnSpc>
                <a:spcPct val="100000"/>
              </a:lnSpc>
              <a:spcBef>
                <a:spcPts val="0"/>
              </a:spcBef>
              <a:spcAft>
                <a:spcPts val="0"/>
              </a:spcAft>
              <a:buSzPts val="2800"/>
              <a:buChar char="■"/>
              <a:defRPr sz="2800"/>
            </a:lvl9pPr>
          </a:lstStyle>
          <a:p/>
        </p:txBody>
      </p:sp>
      <p:sp>
        <p:nvSpPr>
          <p:cNvPr id="133" name="Google Shape;133;p20"/>
          <p:cNvSpPr txBox="1"/>
          <p:nvPr>
            <p:ph idx="3" type="subTitle"/>
          </p:nvPr>
        </p:nvSpPr>
        <p:spPr>
          <a:xfrm>
            <a:off x="4572000" y="1711775"/>
            <a:ext cx="2547300" cy="59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400"/>
              <a:buChar char="●"/>
              <a:defRPr b="0" sz="1400"/>
            </a:lvl1pPr>
            <a:lvl2pPr lvl="1" rtl="0" algn="ctr">
              <a:lnSpc>
                <a:spcPct val="100000"/>
              </a:lnSpc>
              <a:spcBef>
                <a:spcPts val="0"/>
              </a:spcBef>
              <a:spcAft>
                <a:spcPts val="0"/>
              </a:spcAft>
              <a:buSzPts val="2800"/>
              <a:buChar char="○"/>
              <a:defRPr sz="2800"/>
            </a:lvl2pPr>
            <a:lvl3pPr lvl="2" rtl="0" algn="ctr">
              <a:lnSpc>
                <a:spcPct val="100000"/>
              </a:lnSpc>
              <a:spcBef>
                <a:spcPts val="0"/>
              </a:spcBef>
              <a:spcAft>
                <a:spcPts val="0"/>
              </a:spcAft>
              <a:buSzPts val="2800"/>
              <a:buChar char="■"/>
              <a:defRPr sz="2800"/>
            </a:lvl3pPr>
            <a:lvl4pPr lvl="3" rtl="0" algn="ctr">
              <a:lnSpc>
                <a:spcPct val="100000"/>
              </a:lnSpc>
              <a:spcBef>
                <a:spcPts val="0"/>
              </a:spcBef>
              <a:spcAft>
                <a:spcPts val="0"/>
              </a:spcAft>
              <a:buSzPts val="2800"/>
              <a:buChar char="●"/>
              <a:defRPr sz="2800"/>
            </a:lvl4pPr>
            <a:lvl5pPr lvl="4" rtl="0" algn="ctr">
              <a:lnSpc>
                <a:spcPct val="100000"/>
              </a:lnSpc>
              <a:spcBef>
                <a:spcPts val="0"/>
              </a:spcBef>
              <a:spcAft>
                <a:spcPts val="0"/>
              </a:spcAft>
              <a:buSzPts val="2800"/>
              <a:buChar char="○"/>
              <a:defRPr sz="2800"/>
            </a:lvl5pPr>
            <a:lvl6pPr lvl="5" rtl="0" algn="ctr">
              <a:lnSpc>
                <a:spcPct val="100000"/>
              </a:lnSpc>
              <a:spcBef>
                <a:spcPts val="0"/>
              </a:spcBef>
              <a:spcAft>
                <a:spcPts val="0"/>
              </a:spcAft>
              <a:buSzPts val="2800"/>
              <a:buChar char="■"/>
              <a:defRPr sz="2800"/>
            </a:lvl6pPr>
            <a:lvl7pPr lvl="6" rtl="0" algn="ctr">
              <a:lnSpc>
                <a:spcPct val="100000"/>
              </a:lnSpc>
              <a:spcBef>
                <a:spcPts val="0"/>
              </a:spcBef>
              <a:spcAft>
                <a:spcPts val="0"/>
              </a:spcAft>
              <a:buSzPts val="2800"/>
              <a:buChar char="●"/>
              <a:defRPr sz="2800"/>
            </a:lvl7pPr>
            <a:lvl8pPr lvl="7" rtl="0" algn="ctr">
              <a:lnSpc>
                <a:spcPct val="100000"/>
              </a:lnSpc>
              <a:spcBef>
                <a:spcPts val="0"/>
              </a:spcBef>
              <a:spcAft>
                <a:spcPts val="0"/>
              </a:spcAft>
              <a:buSzPts val="2800"/>
              <a:buChar char="○"/>
              <a:defRPr sz="2800"/>
            </a:lvl8pPr>
            <a:lvl9pPr lvl="8" rtl="0" algn="ctr">
              <a:lnSpc>
                <a:spcPct val="100000"/>
              </a:lnSpc>
              <a:spcBef>
                <a:spcPts val="0"/>
              </a:spcBef>
              <a:spcAft>
                <a:spcPts val="0"/>
              </a:spcAft>
              <a:buSzPts val="2800"/>
              <a:buChar char="■"/>
              <a:defRPr sz="2800"/>
            </a:lvl9pPr>
          </a:lstStyle>
          <a:p/>
        </p:txBody>
      </p:sp>
      <p:sp>
        <p:nvSpPr>
          <p:cNvPr id="134" name="Google Shape;134;p20"/>
          <p:cNvSpPr txBox="1"/>
          <p:nvPr>
            <p:ph idx="4" type="title"/>
          </p:nvPr>
        </p:nvSpPr>
        <p:spPr>
          <a:xfrm>
            <a:off x="4572000" y="539500"/>
            <a:ext cx="38586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35" name="Google Shape;135;p20"/>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0"/>
          <p:cNvSpPr/>
          <p:nvPr/>
        </p:nvSpPr>
        <p:spPr>
          <a:xfrm rot="10800000">
            <a:off x="6286800" y="0"/>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bg>
      <p:bgPr>
        <a:gradFill>
          <a:gsLst>
            <a:gs pos="0">
              <a:schemeClr val="dk1"/>
            </a:gs>
            <a:gs pos="100000">
              <a:schemeClr val="lt1"/>
            </a:gs>
          </a:gsLst>
          <a:lin ang="16200038" scaled="0"/>
        </a:gradFill>
      </p:bgPr>
    </p:bg>
    <p:spTree>
      <p:nvGrpSpPr>
        <p:cNvPr id="137" name="Shape 137"/>
        <p:cNvGrpSpPr/>
        <p:nvPr/>
      </p:nvGrpSpPr>
      <p:grpSpPr>
        <a:xfrm>
          <a:off x="0" y="0"/>
          <a:ext cx="0" cy="0"/>
          <a:chOff x="0" y="0"/>
          <a:chExt cx="0" cy="0"/>
        </a:xfrm>
      </p:grpSpPr>
      <p:sp>
        <p:nvSpPr>
          <p:cNvPr id="138" name="Google Shape;138;p21"/>
          <p:cNvSpPr txBox="1"/>
          <p:nvPr>
            <p:ph type="title"/>
          </p:nvPr>
        </p:nvSpPr>
        <p:spPr>
          <a:xfrm>
            <a:off x="1765025" y="1571750"/>
            <a:ext cx="23937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9" name="Google Shape;139;p21"/>
          <p:cNvSpPr txBox="1"/>
          <p:nvPr>
            <p:ph idx="1" type="subTitle"/>
          </p:nvPr>
        </p:nvSpPr>
        <p:spPr>
          <a:xfrm>
            <a:off x="1765025" y="1928450"/>
            <a:ext cx="2393700" cy="80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0" name="Google Shape;140;p21"/>
          <p:cNvSpPr txBox="1"/>
          <p:nvPr>
            <p:ph idx="2" type="title"/>
          </p:nvPr>
        </p:nvSpPr>
        <p:spPr>
          <a:xfrm>
            <a:off x="3901039" y="3122750"/>
            <a:ext cx="23937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1" name="Google Shape;141;p21"/>
          <p:cNvSpPr txBox="1"/>
          <p:nvPr>
            <p:ph idx="3" type="subTitle"/>
          </p:nvPr>
        </p:nvSpPr>
        <p:spPr>
          <a:xfrm>
            <a:off x="3901044" y="3479450"/>
            <a:ext cx="2393700" cy="80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2" name="Google Shape;142;p21"/>
          <p:cNvSpPr txBox="1"/>
          <p:nvPr>
            <p:ph idx="4" type="title"/>
          </p:nvPr>
        </p:nvSpPr>
        <p:spPr>
          <a:xfrm>
            <a:off x="6037014" y="1571750"/>
            <a:ext cx="23937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3" name="Google Shape;143;p21"/>
          <p:cNvSpPr txBox="1"/>
          <p:nvPr>
            <p:ph idx="5" type="subTitle"/>
          </p:nvPr>
        </p:nvSpPr>
        <p:spPr>
          <a:xfrm>
            <a:off x="6037024" y="1928450"/>
            <a:ext cx="2393700" cy="80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4" name="Google Shape;144;p21"/>
          <p:cNvSpPr txBox="1"/>
          <p:nvPr>
            <p:ph idx="6"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45" name="Google Shape;145;p21"/>
          <p:cNvSpPr/>
          <p:nvPr/>
        </p:nvSpPr>
        <p:spPr>
          <a:xfrm>
            <a:off x="0" y="482220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1"/>
          <p:cNvSpPr/>
          <p:nvPr/>
        </p:nvSpPr>
        <p:spPr>
          <a:xfrm rot="10800000">
            <a:off x="7527900" y="0"/>
            <a:ext cx="1616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1"/>
          <p:cNvSpPr/>
          <p:nvPr/>
        </p:nvSpPr>
        <p:spPr>
          <a:xfrm>
            <a:off x="6981300" y="4654725"/>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1"/>
          <p:cNvSpPr/>
          <p:nvPr/>
        </p:nvSpPr>
        <p:spPr>
          <a:xfrm>
            <a:off x="8430775" y="4136450"/>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bg>
      <p:bgPr>
        <a:gradFill>
          <a:gsLst>
            <a:gs pos="0">
              <a:schemeClr val="dk1"/>
            </a:gs>
            <a:gs pos="100000">
              <a:schemeClr val="lt1"/>
            </a:gs>
          </a:gsLst>
          <a:lin ang="5400700" scaled="0"/>
        </a:gradFill>
      </p:bgPr>
    </p:bg>
    <p:spTree>
      <p:nvGrpSpPr>
        <p:cNvPr id="149" name="Shape 149"/>
        <p:cNvGrpSpPr/>
        <p:nvPr/>
      </p:nvGrpSpPr>
      <p:grpSpPr>
        <a:xfrm>
          <a:off x="0" y="0"/>
          <a:ext cx="0" cy="0"/>
          <a:chOff x="0" y="0"/>
          <a:chExt cx="0" cy="0"/>
        </a:xfrm>
      </p:grpSpPr>
      <p:sp>
        <p:nvSpPr>
          <p:cNvPr id="150" name="Google Shape;150;p22"/>
          <p:cNvSpPr txBox="1"/>
          <p:nvPr>
            <p:ph type="title"/>
          </p:nvPr>
        </p:nvSpPr>
        <p:spPr>
          <a:xfrm>
            <a:off x="2145808" y="1635275"/>
            <a:ext cx="21390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1" name="Google Shape;151;p22"/>
          <p:cNvSpPr txBox="1"/>
          <p:nvPr>
            <p:ph idx="1" type="subTitle"/>
          </p:nvPr>
        </p:nvSpPr>
        <p:spPr>
          <a:xfrm>
            <a:off x="2145808" y="1991975"/>
            <a:ext cx="2139000" cy="59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22"/>
          <p:cNvSpPr txBox="1"/>
          <p:nvPr>
            <p:ph idx="2" type="title"/>
          </p:nvPr>
        </p:nvSpPr>
        <p:spPr>
          <a:xfrm>
            <a:off x="5910993" y="1635275"/>
            <a:ext cx="21390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3" name="Google Shape;153;p22"/>
          <p:cNvSpPr txBox="1"/>
          <p:nvPr>
            <p:ph idx="3" type="subTitle"/>
          </p:nvPr>
        </p:nvSpPr>
        <p:spPr>
          <a:xfrm>
            <a:off x="5910986" y="1991975"/>
            <a:ext cx="2139000" cy="59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22"/>
          <p:cNvSpPr txBox="1"/>
          <p:nvPr>
            <p:ph idx="4" type="title"/>
          </p:nvPr>
        </p:nvSpPr>
        <p:spPr>
          <a:xfrm>
            <a:off x="2145808" y="3068675"/>
            <a:ext cx="21390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5" name="Google Shape;155;p22"/>
          <p:cNvSpPr txBox="1"/>
          <p:nvPr>
            <p:ph idx="5" type="subTitle"/>
          </p:nvPr>
        </p:nvSpPr>
        <p:spPr>
          <a:xfrm>
            <a:off x="2145808" y="3425375"/>
            <a:ext cx="2139000" cy="59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 name="Google Shape;156;p22"/>
          <p:cNvSpPr txBox="1"/>
          <p:nvPr>
            <p:ph idx="6" type="title"/>
          </p:nvPr>
        </p:nvSpPr>
        <p:spPr>
          <a:xfrm>
            <a:off x="5910993" y="3068675"/>
            <a:ext cx="21390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7" name="Google Shape;157;p22"/>
          <p:cNvSpPr txBox="1"/>
          <p:nvPr>
            <p:ph idx="7" type="subTitle"/>
          </p:nvPr>
        </p:nvSpPr>
        <p:spPr>
          <a:xfrm>
            <a:off x="5910986" y="3425375"/>
            <a:ext cx="2139000" cy="59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8" name="Google Shape;158;p22"/>
          <p:cNvSpPr txBox="1"/>
          <p:nvPr>
            <p:ph idx="8"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59" name="Google Shape;159;p22"/>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2"/>
          <p:cNvSpPr/>
          <p:nvPr/>
        </p:nvSpPr>
        <p:spPr>
          <a:xfrm rot="10800000">
            <a:off x="6286800" y="0"/>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2"/>
          <p:cNvSpPr/>
          <p:nvPr/>
        </p:nvSpPr>
        <p:spPr>
          <a:xfrm>
            <a:off x="6634050" y="4608575"/>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bg>
      <p:bgPr>
        <a:gradFill>
          <a:gsLst>
            <a:gs pos="0">
              <a:schemeClr val="dk1"/>
            </a:gs>
            <a:gs pos="100000">
              <a:schemeClr val="lt1"/>
            </a:gs>
          </a:gsLst>
          <a:lin ang="16200038" scaled="0"/>
        </a:gradFill>
      </p:bgPr>
    </p:bg>
    <p:spTree>
      <p:nvGrpSpPr>
        <p:cNvPr id="162" name="Shape 162"/>
        <p:cNvGrpSpPr/>
        <p:nvPr/>
      </p:nvGrpSpPr>
      <p:grpSpPr>
        <a:xfrm>
          <a:off x="0" y="0"/>
          <a:ext cx="0" cy="0"/>
          <a:chOff x="0" y="0"/>
          <a:chExt cx="0" cy="0"/>
        </a:xfrm>
      </p:grpSpPr>
      <p:sp>
        <p:nvSpPr>
          <p:cNvPr id="163" name="Google Shape;163;p23"/>
          <p:cNvSpPr txBox="1"/>
          <p:nvPr>
            <p:ph type="title"/>
          </p:nvPr>
        </p:nvSpPr>
        <p:spPr>
          <a:xfrm>
            <a:off x="2138151" y="1291150"/>
            <a:ext cx="2154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4" name="Google Shape;164;p23"/>
          <p:cNvSpPr txBox="1"/>
          <p:nvPr>
            <p:ph idx="1" type="subTitle"/>
          </p:nvPr>
        </p:nvSpPr>
        <p:spPr>
          <a:xfrm>
            <a:off x="2138163" y="1647850"/>
            <a:ext cx="2154300" cy="54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5" name="Google Shape;165;p23"/>
          <p:cNvSpPr txBox="1"/>
          <p:nvPr>
            <p:ph idx="2" type="title"/>
          </p:nvPr>
        </p:nvSpPr>
        <p:spPr>
          <a:xfrm>
            <a:off x="5903326" y="1291138"/>
            <a:ext cx="2154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6" name="Google Shape;166;p23"/>
          <p:cNvSpPr txBox="1"/>
          <p:nvPr>
            <p:ph idx="3" type="subTitle"/>
          </p:nvPr>
        </p:nvSpPr>
        <p:spPr>
          <a:xfrm>
            <a:off x="5903338" y="1647838"/>
            <a:ext cx="2154300" cy="54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7" name="Google Shape;167;p23"/>
          <p:cNvSpPr txBox="1"/>
          <p:nvPr>
            <p:ph idx="4" type="title"/>
          </p:nvPr>
        </p:nvSpPr>
        <p:spPr>
          <a:xfrm>
            <a:off x="2138151" y="2419150"/>
            <a:ext cx="2154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8" name="Google Shape;168;p23"/>
          <p:cNvSpPr txBox="1"/>
          <p:nvPr>
            <p:ph idx="5" type="subTitle"/>
          </p:nvPr>
        </p:nvSpPr>
        <p:spPr>
          <a:xfrm>
            <a:off x="2138163" y="2775850"/>
            <a:ext cx="2154300" cy="54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9" name="Google Shape;169;p23"/>
          <p:cNvSpPr txBox="1"/>
          <p:nvPr>
            <p:ph idx="6" type="title"/>
          </p:nvPr>
        </p:nvSpPr>
        <p:spPr>
          <a:xfrm>
            <a:off x="5903326" y="2419138"/>
            <a:ext cx="2154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0" name="Google Shape;170;p23"/>
          <p:cNvSpPr txBox="1"/>
          <p:nvPr>
            <p:ph idx="7" type="subTitle"/>
          </p:nvPr>
        </p:nvSpPr>
        <p:spPr>
          <a:xfrm>
            <a:off x="5903338" y="2775838"/>
            <a:ext cx="2154300" cy="54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1" name="Google Shape;171;p23"/>
          <p:cNvSpPr txBox="1"/>
          <p:nvPr>
            <p:ph idx="8" type="title"/>
          </p:nvPr>
        </p:nvSpPr>
        <p:spPr>
          <a:xfrm>
            <a:off x="2138151" y="3547150"/>
            <a:ext cx="2154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2" name="Google Shape;172;p23"/>
          <p:cNvSpPr txBox="1"/>
          <p:nvPr>
            <p:ph idx="9" type="subTitle"/>
          </p:nvPr>
        </p:nvSpPr>
        <p:spPr>
          <a:xfrm>
            <a:off x="2138163" y="3903850"/>
            <a:ext cx="2154300" cy="54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3" name="Google Shape;173;p23"/>
          <p:cNvSpPr txBox="1"/>
          <p:nvPr>
            <p:ph idx="13" type="title"/>
          </p:nvPr>
        </p:nvSpPr>
        <p:spPr>
          <a:xfrm>
            <a:off x="5903326" y="3547138"/>
            <a:ext cx="21543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4" name="Google Shape;174;p23"/>
          <p:cNvSpPr txBox="1"/>
          <p:nvPr>
            <p:ph idx="14" type="subTitle"/>
          </p:nvPr>
        </p:nvSpPr>
        <p:spPr>
          <a:xfrm>
            <a:off x="5903338" y="3903838"/>
            <a:ext cx="2154300" cy="54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5" name="Google Shape;175;p23"/>
          <p:cNvSpPr txBox="1"/>
          <p:nvPr>
            <p:ph idx="15"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76" name="Google Shape;176;p23"/>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bg>
      <p:bgPr>
        <a:gradFill>
          <a:gsLst>
            <a:gs pos="0">
              <a:schemeClr val="dk1"/>
            </a:gs>
            <a:gs pos="100000">
              <a:schemeClr val="lt1"/>
            </a:gs>
          </a:gsLst>
          <a:lin ang="16200038" scaled="0"/>
        </a:gradFill>
      </p:bgPr>
    </p:bg>
    <p:spTree>
      <p:nvGrpSpPr>
        <p:cNvPr id="177" name="Shape 177"/>
        <p:cNvGrpSpPr/>
        <p:nvPr/>
      </p:nvGrpSpPr>
      <p:grpSpPr>
        <a:xfrm>
          <a:off x="0" y="0"/>
          <a:ext cx="0" cy="0"/>
          <a:chOff x="0" y="0"/>
          <a:chExt cx="0" cy="0"/>
        </a:xfrm>
      </p:grpSpPr>
      <p:sp>
        <p:nvSpPr>
          <p:cNvPr id="178" name="Google Shape;178;p24"/>
          <p:cNvSpPr txBox="1"/>
          <p:nvPr>
            <p:ph hasCustomPrompt="1" type="title"/>
          </p:nvPr>
        </p:nvSpPr>
        <p:spPr>
          <a:xfrm>
            <a:off x="941825" y="1041350"/>
            <a:ext cx="3723600" cy="6297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4500">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79" name="Google Shape;179;p24"/>
          <p:cNvSpPr txBox="1"/>
          <p:nvPr>
            <p:ph idx="1" type="subTitle"/>
          </p:nvPr>
        </p:nvSpPr>
        <p:spPr>
          <a:xfrm>
            <a:off x="941825" y="1971450"/>
            <a:ext cx="3723600" cy="38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80" name="Google Shape;180;p24"/>
          <p:cNvSpPr txBox="1"/>
          <p:nvPr>
            <p:ph hasCustomPrompt="1" idx="2" type="title"/>
          </p:nvPr>
        </p:nvSpPr>
        <p:spPr>
          <a:xfrm>
            <a:off x="941825" y="2788450"/>
            <a:ext cx="3723600" cy="6297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4500">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1" name="Google Shape;181;p24"/>
          <p:cNvSpPr txBox="1"/>
          <p:nvPr>
            <p:ph idx="3" type="subTitle"/>
          </p:nvPr>
        </p:nvSpPr>
        <p:spPr>
          <a:xfrm>
            <a:off x="941825" y="3718550"/>
            <a:ext cx="3723600" cy="38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82" name="Google Shape;182;p24"/>
          <p:cNvSpPr/>
          <p:nvPr/>
        </p:nvSpPr>
        <p:spPr>
          <a:xfrm flipH="1" rot="10800000">
            <a:off x="0" y="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4"/>
          <p:cNvSpPr/>
          <p:nvPr/>
        </p:nvSpPr>
        <p:spPr>
          <a:xfrm>
            <a:off x="-1335175" y="41784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4"/>
          <p:cNvSpPr/>
          <p:nvPr/>
        </p:nvSpPr>
        <p:spPr>
          <a:xfrm flipH="1">
            <a:off x="753090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4"/>
          <p:cNvSpPr/>
          <p:nvPr/>
        </p:nvSpPr>
        <p:spPr>
          <a:xfrm>
            <a:off x="5725350" y="-951500"/>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bg>
      <p:bgPr>
        <a:gradFill>
          <a:gsLst>
            <a:gs pos="0">
              <a:schemeClr val="dk1"/>
            </a:gs>
            <a:gs pos="100000">
              <a:schemeClr val="lt1"/>
            </a:gs>
          </a:gsLst>
          <a:lin ang="5400700" scaled="0"/>
        </a:gradFill>
      </p:bgPr>
    </p:bg>
    <p:spTree>
      <p:nvGrpSpPr>
        <p:cNvPr id="186" name="Shape 186"/>
        <p:cNvGrpSpPr/>
        <p:nvPr/>
      </p:nvGrpSpPr>
      <p:grpSpPr>
        <a:xfrm>
          <a:off x="0" y="0"/>
          <a:ext cx="0" cy="0"/>
          <a:chOff x="0" y="0"/>
          <a:chExt cx="0" cy="0"/>
        </a:xfrm>
      </p:grpSpPr>
      <p:sp>
        <p:nvSpPr>
          <p:cNvPr id="187" name="Google Shape;187;p25"/>
          <p:cNvSpPr txBox="1"/>
          <p:nvPr>
            <p:ph hasCustomPrompt="1" type="title"/>
          </p:nvPr>
        </p:nvSpPr>
        <p:spPr>
          <a:xfrm>
            <a:off x="2323344" y="1200050"/>
            <a:ext cx="10146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8" name="Google Shape;188;p25"/>
          <p:cNvSpPr txBox="1"/>
          <p:nvPr>
            <p:ph idx="2" type="title"/>
          </p:nvPr>
        </p:nvSpPr>
        <p:spPr>
          <a:xfrm>
            <a:off x="2323344" y="1830650"/>
            <a:ext cx="21801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9" name="Google Shape;189;p25"/>
          <p:cNvSpPr txBox="1"/>
          <p:nvPr>
            <p:ph idx="1" type="subTitle"/>
          </p:nvPr>
        </p:nvSpPr>
        <p:spPr>
          <a:xfrm>
            <a:off x="2323344" y="2187350"/>
            <a:ext cx="2180100" cy="54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0" name="Google Shape;190;p25"/>
          <p:cNvSpPr txBox="1"/>
          <p:nvPr>
            <p:ph idx="3"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91" name="Google Shape;191;p25"/>
          <p:cNvSpPr txBox="1"/>
          <p:nvPr>
            <p:ph hasCustomPrompt="1" idx="4" type="title"/>
          </p:nvPr>
        </p:nvSpPr>
        <p:spPr>
          <a:xfrm>
            <a:off x="6250644" y="1200050"/>
            <a:ext cx="10146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2" name="Google Shape;192;p25"/>
          <p:cNvSpPr txBox="1"/>
          <p:nvPr>
            <p:ph idx="5" type="title"/>
          </p:nvPr>
        </p:nvSpPr>
        <p:spPr>
          <a:xfrm>
            <a:off x="6250644" y="1830650"/>
            <a:ext cx="21801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3" name="Google Shape;193;p25"/>
          <p:cNvSpPr txBox="1"/>
          <p:nvPr>
            <p:ph idx="6" type="subTitle"/>
          </p:nvPr>
        </p:nvSpPr>
        <p:spPr>
          <a:xfrm>
            <a:off x="6250644" y="2187350"/>
            <a:ext cx="2180100" cy="54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4" name="Google Shape;194;p25"/>
          <p:cNvSpPr txBox="1"/>
          <p:nvPr>
            <p:ph hasCustomPrompt="1" idx="7" type="title"/>
          </p:nvPr>
        </p:nvSpPr>
        <p:spPr>
          <a:xfrm>
            <a:off x="2323344" y="2956325"/>
            <a:ext cx="10146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5" name="Google Shape;195;p25"/>
          <p:cNvSpPr txBox="1"/>
          <p:nvPr>
            <p:ph idx="8" type="title"/>
          </p:nvPr>
        </p:nvSpPr>
        <p:spPr>
          <a:xfrm>
            <a:off x="2323344" y="3586925"/>
            <a:ext cx="21801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6" name="Google Shape;196;p25"/>
          <p:cNvSpPr txBox="1"/>
          <p:nvPr>
            <p:ph idx="9" type="subTitle"/>
          </p:nvPr>
        </p:nvSpPr>
        <p:spPr>
          <a:xfrm>
            <a:off x="2323344" y="3943625"/>
            <a:ext cx="2180100" cy="54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7" name="Google Shape;197;p25"/>
          <p:cNvSpPr txBox="1"/>
          <p:nvPr>
            <p:ph hasCustomPrompt="1" idx="13" type="title"/>
          </p:nvPr>
        </p:nvSpPr>
        <p:spPr>
          <a:xfrm>
            <a:off x="6250644" y="2956325"/>
            <a:ext cx="1014600" cy="4782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8" name="Google Shape;198;p25"/>
          <p:cNvSpPr txBox="1"/>
          <p:nvPr>
            <p:ph idx="14" type="title"/>
          </p:nvPr>
        </p:nvSpPr>
        <p:spPr>
          <a:xfrm>
            <a:off x="6250644" y="3586925"/>
            <a:ext cx="2180100" cy="356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3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9" name="Google Shape;199;p25"/>
          <p:cNvSpPr txBox="1"/>
          <p:nvPr>
            <p:ph idx="15" type="subTitle"/>
          </p:nvPr>
        </p:nvSpPr>
        <p:spPr>
          <a:xfrm>
            <a:off x="6250644" y="3943625"/>
            <a:ext cx="2180100" cy="54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0" name="Google Shape;200;p25"/>
          <p:cNvSpPr/>
          <p:nvPr/>
        </p:nvSpPr>
        <p:spPr>
          <a:xfrm>
            <a:off x="0" y="482220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bg>
      <p:bgPr>
        <a:gradFill>
          <a:gsLst>
            <a:gs pos="0">
              <a:schemeClr val="dk1"/>
            </a:gs>
            <a:gs pos="100000">
              <a:schemeClr val="lt1"/>
            </a:gs>
          </a:gsLst>
          <a:lin ang="5400700" scaled="0"/>
        </a:gradFill>
      </p:bgPr>
    </p:bg>
    <p:spTree>
      <p:nvGrpSpPr>
        <p:cNvPr id="201" name="Shape 201"/>
        <p:cNvGrpSpPr/>
        <p:nvPr/>
      </p:nvGrpSpPr>
      <p:grpSpPr>
        <a:xfrm>
          <a:off x="0" y="0"/>
          <a:ext cx="0" cy="0"/>
          <a:chOff x="0" y="0"/>
          <a:chExt cx="0" cy="0"/>
        </a:xfrm>
      </p:grpSpPr>
      <p:sp>
        <p:nvSpPr>
          <p:cNvPr id="202" name="Google Shape;202;p2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500"/>
              <a:buFont typeface="Bebas Neue"/>
              <a:buN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203" name="Google Shape;203;p26"/>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bg>
      <p:bgPr>
        <a:gradFill>
          <a:gsLst>
            <a:gs pos="0">
              <a:schemeClr val="dk1"/>
            </a:gs>
            <a:gs pos="100000">
              <a:schemeClr val="lt1"/>
            </a:gs>
          </a:gsLst>
          <a:lin ang="5400700" scaled="0"/>
        </a:gradFill>
      </p:bgPr>
    </p:bg>
    <p:spTree>
      <p:nvGrpSpPr>
        <p:cNvPr id="204" name="Shape 204"/>
        <p:cNvGrpSpPr/>
        <p:nvPr/>
      </p:nvGrpSpPr>
      <p:grpSpPr>
        <a:xfrm>
          <a:off x="0" y="0"/>
          <a:ext cx="0" cy="0"/>
          <a:chOff x="0" y="0"/>
          <a:chExt cx="0" cy="0"/>
        </a:xfrm>
      </p:grpSpPr>
      <p:sp>
        <p:nvSpPr>
          <p:cNvPr id="205" name="Google Shape;205;p27"/>
          <p:cNvSpPr txBox="1"/>
          <p:nvPr>
            <p:ph type="title"/>
          </p:nvPr>
        </p:nvSpPr>
        <p:spPr>
          <a:xfrm>
            <a:off x="713225" y="539500"/>
            <a:ext cx="4057500" cy="8730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6" name="Google Shape;206;p27"/>
          <p:cNvSpPr txBox="1"/>
          <p:nvPr>
            <p:ph idx="1" type="subTitle"/>
          </p:nvPr>
        </p:nvSpPr>
        <p:spPr>
          <a:xfrm>
            <a:off x="713225" y="1863269"/>
            <a:ext cx="4057500" cy="116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7" name="Google Shape;207;p27"/>
          <p:cNvSpPr txBox="1"/>
          <p:nvPr/>
        </p:nvSpPr>
        <p:spPr>
          <a:xfrm>
            <a:off x="713225" y="3679100"/>
            <a:ext cx="4057500" cy="60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2"/>
                </a:solidFill>
                <a:latin typeface="Poppins"/>
                <a:ea typeface="Poppins"/>
                <a:cs typeface="Poppins"/>
                <a:sym typeface="Poppins"/>
              </a:rPr>
              <a:t>CREDITS: This presentation template was created by </a:t>
            </a:r>
            <a:r>
              <a:rPr b="1" lang="en" sz="1100">
                <a:solidFill>
                  <a:schemeClr val="dk2"/>
                </a:solidFill>
                <a:uFill>
                  <a:noFill/>
                </a:uFill>
                <a:latin typeface="Poppins"/>
                <a:ea typeface="Poppins"/>
                <a:cs typeface="Poppins"/>
                <a:sym typeface="Poppins"/>
                <a:hlinkClick r:id="rId2">
                  <a:extLst>
                    <a:ext uri="{A12FA001-AC4F-418D-AE19-62706E023703}">
                      <ahyp:hlinkClr val="tx"/>
                    </a:ext>
                  </a:extLst>
                </a:hlinkClick>
              </a:rPr>
              <a:t>Slidesgo</a:t>
            </a:r>
            <a:r>
              <a:rPr lang="en" sz="1100">
                <a:solidFill>
                  <a:schemeClr val="dk2"/>
                </a:solidFill>
                <a:latin typeface="Poppins"/>
                <a:ea typeface="Poppins"/>
                <a:cs typeface="Poppins"/>
                <a:sym typeface="Poppins"/>
              </a:rPr>
              <a:t>, including icons by </a:t>
            </a:r>
            <a:r>
              <a:rPr b="1" lang="en" sz="1100">
                <a:solidFill>
                  <a:schemeClr val="dk2"/>
                </a:solidFill>
                <a:uFill>
                  <a:noFill/>
                </a:uFill>
                <a:latin typeface="Poppins"/>
                <a:ea typeface="Poppins"/>
                <a:cs typeface="Poppins"/>
                <a:sym typeface="Poppins"/>
                <a:hlinkClick r:id="rId3">
                  <a:extLst>
                    <a:ext uri="{A12FA001-AC4F-418D-AE19-62706E023703}">
                      <ahyp:hlinkClr val="tx"/>
                    </a:ext>
                  </a:extLst>
                </a:hlinkClick>
              </a:rPr>
              <a:t>Flaticon</a:t>
            </a:r>
            <a:r>
              <a:rPr b="1" lang="en" sz="1100">
                <a:solidFill>
                  <a:schemeClr val="dk2"/>
                </a:solidFill>
                <a:latin typeface="Poppins"/>
                <a:ea typeface="Poppins"/>
                <a:cs typeface="Poppins"/>
                <a:sym typeface="Poppins"/>
              </a:rPr>
              <a:t> </a:t>
            </a:r>
            <a:r>
              <a:rPr lang="en" sz="1100">
                <a:solidFill>
                  <a:schemeClr val="dk2"/>
                </a:solidFill>
                <a:latin typeface="Poppins"/>
                <a:ea typeface="Poppins"/>
                <a:cs typeface="Poppins"/>
                <a:sym typeface="Poppins"/>
              </a:rPr>
              <a:t>and infographics &amp; images by </a:t>
            </a:r>
            <a:r>
              <a:rPr b="1" lang="en" sz="1100">
                <a:solidFill>
                  <a:schemeClr val="dk2"/>
                </a:solidFill>
                <a:uFill>
                  <a:noFill/>
                </a:uFill>
                <a:latin typeface="Poppins"/>
                <a:ea typeface="Poppins"/>
                <a:cs typeface="Poppins"/>
                <a:sym typeface="Poppins"/>
                <a:hlinkClick r:id="rId4">
                  <a:extLst>
                    <a:ext uri="{A12FA001-AC4F-418D-AE19-62706E023703}">
                      <ahyp:hlinkClr val="tx"/>
                    </a:ext>
                  </a:extLst>
                </a:hlinkClick>
              </a:rPr>
              <a:t>Freepik</a:t>
            </a:r>
            <a:endParaRPr b="1" sz="1100">
              <a:solidFill>
                <a:schemeClr val="dk2"/>
              </a:solidFill>
              <a:latin typeface="Poppins"/>
              <a:ea typeface="Poppins"/>
              <a:cs typeface="Poppins"/>
              <a:sym typeface="Poppins"/>
            </a:endParaRPr>
          </a:p>
        </p:txBody>
      </p:sp>
      <p:sp>
        <p:nvSpPr>
          <p:cNvPr id="208" name="Google Shape;208;p27"/>
          <p:cNvSpPr/>
          <p:nvPr/>
        </p:nvSpPr>
        <p:spPr>
          <a:xfrm flipH="1">
            <a:off x="753090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7"/>
          <p:cNvSpPr/>
          <p:nvPr/>
        </p:nvSpPr>
        <p:spPr>
          <a:xfrm flipH="1" rot="10800000">
            <a:off x="0" y="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7"/>
          <p:cNvSpPr/>
          <p:nvPr/>
        </p:nvSpPr>
        <p:spPr>
          <a:xfrm>
            <a:off x="6054600" y="-1095425"/>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777450" y="4417950"/>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bg>
      <p:bgPr>
        <a:gradFill>
          <a:gsLst>
            <a:gs pos="0">
              <a:schemeClr val="dk1"/>
            </a:gs>
            <a:gs pos="100000">
              <a:schemeClr val="lt1"/>
            </a:gs>
          </a:gsLst>
          <a:lin ang="5400700" scaled="0"/>
        </a:gradFill>
      </p:bgPr>
    </p:bg>
    <p:spTree>
      <p:nvGrpSpPr>
        <p:cNvPr id="212" name="Shape 212"/>
        <p:cNvGrpSpPr/>
        <p:nvPr/>
      </p:nvGrpSpPr>
      <p:grpSpPr>
        <a:xfrm>
          <a:off x="0" y="0"/>
          <a:ext cx="0" cy="0"/>
          <a:chOff x="0" y="0"/>
          <a:chExt cx="0" cy="0"/>
        </a:xfrm>
      </p:grpSpPr>
      <p:sp>
        <p:nvSpPr>
          <p:cNvPr id="213" name="Google Shape;213;p28"/>
          <p:cNvSpPr/>
          <p:nvPr/>
        </p:nvSpPr>
        <p:spPr>
          <a:xfrm flipH="1" rot="10800000">
            <a:off x="0" y="0"/>
            <a:ext cx="28575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8"/>
          <p:cNvSpPr/>
          <p:nvPr/>
        </p:nvSpPr>
        <p:spPr>
          <a:xfrm flipH="1">
            <a:off x="6286800" y="4822125"/>
            <a:ext cx="28572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8"/>
          <p:cNvSpPr/>
          <p:nvPr/>
        </p:nvSpPr>
        <p:spPr>
          <a:xfrm>
            <a:off x="-542100" y="4363450"/>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a:off x="8430775" y="-818150"/>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a:off x="713225" y="479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gradFill>
          <a:gsLst>
            <a:gs pos="0">
              <a:schemeClr val="dk1"/>
            </a:gs>
            <a:gs pos="100000">
              <a:schemeClr val="lt1"/>
            </a:gs>
          </a:gsLst>
          <a:lin ang="18900732" scaled="0"/>
        </a:gradFill>
      </p:bgPr>
    </p:bg>
    <p:spTree>
      <p:nvGrpSpPr>
        <p:cNvPr id="218" name="Shape 218"/>
        <p:cNvGrpSpPr/>
        <p:nvPr/>
      </p:nvGrpSpPr>
      <p:grpSpPr>
        <a:xfrm>
          <a:off x="0" y="0"/>
          <a:ext cx="0" cy="0"/>
          <a:chOff x="0" y="0"/>
          <a:chExt cx="0" cy="0"/>
        </a:xfrm>
      </p:grpSpPr>
      <p:sp>
        <p:nvSpPr>
          <p:cNvPr id="219" name="Google Shape;219;p29"/>
          <p:cNvSpPr/>
          <p:nvPr/>
        </p:nvSpPr>
        <p:spPr>
          <a:xfrm>
            <a:off x="0" y="4822125"/>
            <a:ext cx="1613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9"/>
          <p:cNvSpPr/>
          <p:nvPr/>
        </p:nvSpPr>
        <p:spPr>
          <a:xfrm rot="10800000">
            <a:off x="7527900" y="0"/>
            <a:ext cx="1616100" cy="321300"/>
          </a:xfrm>
          <a:prstGeom prst="round1Rect">
            <a:avLst>
              <a:gd fmla="val 50000" name="adj"/>
            </a:avLst>
          </a:prstGeom>
          <a:gradFill>
            <a:gsLst>
              <a:gs pos="0">
                <a:schemeClr val="lt2"/>
              </a:gs>
              <a:gs pos="100000">
                <a:schemeClr val="accent1"/>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9"/>
          <p:cNvSpPr/>
          <p:nvPr/>
        </p:nvSpPr>
        <p:spPr>
          <a:xfrm>
            <a:off x="-561150" y="-818150"/>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9"/>
          <p:cNvSpPr/>
          <p:nvPr/>
        </p:nvSpPr>
        <p:spPr>
          <a:xfrm>
            <a:off x="8239950" y="4237275"/>
            <a:ext cx="1490700" cy="1491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9"/>
          <p:cNvSpPr/>
          <p:nvPr/>
        </p:nvSpPr>
        <p:spPr>
          <a:xfrm>
            <a:off x="713225" y="-3914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478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1pPr>
            <a:lvl2pPr lvl="1"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2pPr>
            <a:lvl3pPr lvl="2"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3pPr>
            <a:lvl4pPr lvl="3"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4pPr>
            <a:lvl5pPr lvl="4"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5pPr>
            <a:lvl6pPr lvl="5"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6pPr>
            <a:lvl7pPr lvl="6"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7pPr>
            <a:lvl8pPr lvl="7"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8pPr>
            <a:lvl9pPr lvl="8" rtl="0">
              <a:spcBef>
                <a:spcPts val="0"/>
              </a:spcBef>
              <a:spcAft>
                <a:spcPts val="0"/>
              </a:spcAft>
              <a:buClr>
                <a:schemeClr val="accent2"/>
              </a:buClr>
              <a:buSzPts val="3000"/>
              <a:buFont typeface="Poppins SemiBold"/>
              <a:buNone/>
              <a:defRPr sz="3000">
                <a:solidFill>
                  <a:schemeClr val="accent2"/>
                </a:solidFill>
                <a:latin typeface="Poppins SemiBold"/>
                <a:ea typeface="Poppins SemiBold"/>
                <a:cs typeface="Poppins SemiBold"/>
                <a:sym typeface="Poppins SemiBold"/>
              </a:defRPr>
            </a:lvl9pPr>
          </a:lstStyle>
          <a:p/>
        </p:txBody>
      </p:sp>
      <p:sp>
        <p:nvSpPr>
          <p:cNvPr id="7" name="Google Shape;7;p1"/>
          <p:cNvSpPr txBox="1"/>
          <p:nvPr>
            <p:ph idx="1" type="body"/>
          </p:nvPr>
        </p:nvSpPr>
        <p:spPr>
          <a:xfrm>
            <a:off x="713225" y="1152475"/>
            <a:ext cx="7717500" cy="34560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indent="-317500" lvl="1" marL="9144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colab.research.google.com/drive/161IferJ3gE9bLZu-khTNL1bmN9Z6n2ez?usp=sharing" TargetMode="External"/><Relationship Id="rId4" Type="http://schemas.openxmlformats.org/officeDocument/2006/relationships/image" Target="../media/image1.jpg"/><Relationship Id="rId5" Type="http://schemas.openxmlformats.org/officeDocument/2006/relationships/image" Target="../media/image20.gif"/><Relationship Id="rId6"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5.jpg"/><Relationship Id="rId5"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9.jpg"/><Relationship Id="rId5"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3.jpg"/><Relationship Id="rId5"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18.jpg"/><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19.png"/><Relationship Id="rId5"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lilianweng.github.io/posts/2018-04-08-policy-gradient/" TargetMode="External"/><Relationship Id="rId4" Type="http://schemas.openxmlformats.org/officeDocument/2006/relationships/image" Target="../media/image1.jp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hyperlink" Target="http://www.youtube.com/watch?v=fKHw3wmT_uA" TargetMode="External"/><Relationship Id="rId5"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hyperlink" Target="http://www.youtube.com/watch?v=V1eYniJ0Rnk" TargetMode="External"/><Relationship Id="rId5" Type="http://schemas.openxmlformats.org/officeDocument/2006/relationships/image" Target="../media/image2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hyperlink" Target="https://web.stanford.edu/class/cs234/" TargetMode="External"/><Relationship Id="rId4" Type="http://schemas.openxmlformats.org/officeDocument/2006/relationships/hyperlink" Target="https://lilianweng.github.io/posts/2018-02-19-rl-overview/" TargetMode="External"/><Relationship Id="rId5" Type="http://schemas.openxmlformats.org/officeDocument/2006/relationships/hyperlink" Target="https://lilianweng.github.io/posts/2018-04-08-policy-gradient/" TargetMode="External"/><Relationship Id="rId6" Type="http://schemas.openxmlformats.org/officeDocument/2006/relationships/hyperlink" Target="https://huggingface.co/blog/rlhf" TargetMode="External"/><Relationship Id="rId7"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0"/>
          <p:cNvPicPr preferRelativeResize="0"/>
          <p:nvPr/>
        </p:nvPicPr>
        <p:blipFill>
          <a:blip r:embed="rId3">
            <a:alphaModFix/>
          </a:blip>
          <a:stretch>
            <a:fillRect/>
          </a:stretch>
        </p:blipFill>
        <p:spPr>
          <a:xfrm>
            <a:off x="767400" y="1350025"/>
            <a:ext cx="2753400" cy="2753400"/>
          </a:xfrm>
          <a:prstGeom prst="roundRect">
            <a:avLst>
              <a:gd fmla="val 16667" name="adj"/>
            </a:avLst>
          </a:prstGeom>
          <a:noFill/>
          <a:ln>
            <a:noFill/>
          </a:ln>
        </p:spPr>
      </p:pic>
      <p:sp>
        <p:nvSpPr>
          <p:cNvPr id="229" name="Google Shape;229;p30"/>
          <p:cNvSpPr txBox="1"/>
          <p:nvPr>
            <p:ph type="ctrTitle"/>
          </p:nvPr>
        </p:nvSpPr>
        <p:spPr>
          <a:xfrm>
            <a:off x="3926475" y="1039950"/>
            <a:ext cx="4649100" cy="19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2"/>
                </a:solidFill>
              </a:rPr>
              <a:t>Reinforcement Learning: </a:t>
            </a:r>
            <a:r>
              <a:rPr lang="en">
                <a:solidFill>
                  <a:schemeClr val="lt2"/>
                </a:solidFill>
              </a:rPr>
              <a:t>Part 2</a:t>
            </a:r>
            <a:endParaRPr>
              <a:solidFill>
                <a:schemeClr val="lt2"/>
              </a:solidFill>
              <a:highlight>
                <a:schemeClr val="lt2"/>
              </a:highlight>
            </a:endParaRPr>
          </a:p>
        </p:txBody>
      </p:sp>
      <p:sp>
        <p:nvSpPr>
          <p:cNvPr id="230" name="Google Shape;230;p30"/>
          <p:cNvSpPr txBox="1"/>
          <p:nvPr>
            <p:ph idx="1" type="subTitle"/>
          </p:nvPr>
        </p:nvSpPr>
        <p:spPr>
          <a:xfrm>
            <a:off x="3926475" y="3373050"/>
            <a:ext cx="2656200" cy="73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April 3rd, 2023</a:t>
            </a:r>
            <a:endParaRPr/>
          </a:p>
        </p:txBody>
      </p:sp>
      <p:cxnSp>
        <p:nvCxnSpPr>
          <p:cNvPr id="231" name="Google Shape;231;p30"/>
          <p:cNvCxnSpPr/>
          <p:nvPr/>
        </p:nvCxnSpPr>
        <p:spPr>
          <a:xfrm>
            <a:off x="3926475" y="3189225"/>
            <a:ext cx="1272300" cy="0"/>
          </a:xfrm>
          <a:prstGeom prst="straightConnector1">
            <a:avLst/>
          </a:prstGeom>
          <a:noFill/>
          <a:ln cap="flat" cmpd="sng" w="9525">
            <a:solidFill>
              <a:schemeClr val="accent2"/>
            </a:solidFill>
            <a:prstDash val="solid"/>
            <a:round/>
            <a:headEnd len="med" w="med" type="none"/>
            <a:tailEnd len="med" w="med" type="none"/>
          </a:ln>
        </p:spPr>
      </p:cxnSp>
      <p:sp>
        <p:nvSpPr>
          <p:cNvPr id="232" name="Google Shape;232;p30"/>
          <p:cNvSpPr/>
          <p:nvPr/>
        </p:nvSpPr>
        <p:spPr>
          <a:xfrm>
            <a:off x="7096000" y="3825650"/>
            <a:ext cx="2981400" cy="29814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0"/>
          <p:cNvSpPr/>
          <p:nvPr/>
        </p:nvSpPr>
        <p:spPr>
          <a:xfrm>
            <a:off x="7707775" y="3165300"/>
            <a:ext cx="381000" cy="3810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0"/>
          <p:cNvSpPr/>
          <p:nvPr/>
        </p:nvSpPr>
        <p:spPr>
          <a:xfrm>
            <a:off x="8549975" y="2977775"/>
            <a:ext cx="1490700" cy="14907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0"/>
          <p:cNvSpPr/>
          <p:nvPr/>
        </p:nvSpPr>
        <p:spPr>
          <a:xfrm>
            <a:off x="-1081350" y="-635675"/>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0"/>
          <p:cNvSpPr/>
          <p:nvPr/>
        </p:nvSpPr>
        <p:spPr>
          <a:xfrm>
            <a:off x="2361550" y="5395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Review</a:t>
            </a:r>
            <a:endParaRPr/>
          </a:p>
        </p:txBody>
      </p:sp>
      <p:sp>
        <p:nvSpPr>
          <p:cNvPr id="242" name="Google Shape;242;p31"/>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1"/>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31"/>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245" name="Google Shape;245;p31"/>
          <p:cNvPicPr preferRelativeResize="0"/>
          <p:nvPr/>
        </p:nvPicPr>
        <p:blipFill>
          <a:blip r:embed="rId4">
            <a:alphaModFix/>
          </a:blip>
          <a:stretch>
            <a:fillRect/>
          </a:stretch>
        </p:blipFill>
        <p:spPr>
          <a:xfrm>
            <a:off x="1633538" y="1262063"/>
            <a:ext cx="5876925" cy="2771775"/>
          </a:xfrm>
          <a:prstGeom prst="rect">
            <a:avLst/>
          </a:prstGeom>
          <a:noFill/>
          <a:ln cap="flat" cmpd="sng" w="9525">
            <a:solidFill>
              <a:schemeClr val="dk2"/>
            </a:solidFill>
            <a:prstDash val="solid"/>
            <a:round/>
            <a:headEnd len="sm" w="sm" type="none"/>
            <a:tailEnd len="sm" w="sm" type="none"/>
          </a:ln>
        </p:spPr>
      </p:pic>
      <p:sp>
        <p:nvSpPr>
          <p:cNvPr id="246" name="Google Shape;246;p31"/>
          <p:cNvSpPr txBox="1"/>
          <p:nvPr/>
        </p:nvSpPr>
        <p:spPr>
          <a:xfrm>
            <a:off x="1013675" y="4209175"/>
            <a:ext cx="7116600" cy="461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800">
                <a:solidFill>
                  <a:schemeClr val="dk2"/>
                </a:solidFill>
                <a:latin typeface="Poppins"/>
                <a:ea typeface="Poppins"/>
                <a:cs typeface="Poppins"/>
                <a:sym typeface="Poppins"/>
              </a:rPr>
              <a:t>Goal: Learn to take actions which maximize </a:t>
            </a:r>
            <a:r>
              <a:rPr b="1" lang="en" sz="1800">
                <a:solidFill>
                  <a:schemeClr val="dk2"/>
                </a:solidFill>
                <a:latin typeface="Poppins"/>
                <a:ea typeface="Poppins"/>
                <a:cs typeface="Poppins"/>
                <a:sym typeface="Poppins"/>
              </a:rPr>
              <a:t>total reward.</a:t>
            </a:r>
            <a:endParaRPr b="1">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Markov Decision Process</a:t>
            </a:r>
            <a:endParaRPr/>
          </a:p>
        </p:txBody>
      </p:sp>
      <p:sp>
        <p:nvSpPr>
          <p:cNvPr id="252" name="Google Shape;252;p32"/>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Mathematical way to formalize most RL problems</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Markov property: future depends only on current state</a:t>
            </a:r>
            <a:endParaRPr sz="1800">
              <a:solidFill>
                <a:schemeClr val="dk2"/>
              </a:solidFill>
              <a:latin typeface="Poppins"/>
              <a:ea typeface="Poppins"/>
              <a:cs typeface="Poppins"/>
              <a:sym typeface="Poppins"/>
            </a:endParaRPr>
          </a:p>
        </p:txBody>
      </p:sp>
      <p:sp>
        <p:nvSpPr>
          <p:cNvPr id="253" name="Google Shape;253;p32"/>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2"/>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5" name="Google Shape;255;p32"/>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256" name="Google Shape;256;p32"/>
          <p:cNvPicPr preferRelativeResize="0"/>
          <p:nvPr/>
        </p:nvPicPr>
        <p:blipFill>
          <a:blip r:embed="rId4">
            <a:alphaModFix/>
          </a:blip>
          <a:stretch>
            <a:fillRect/>
          </a:stretch>
        </p:blipFill>
        <p:spPr>
          <a:xfrm>
            <a:off x="1661875" y="2523296"/>
            <a:ext cx="5820176" cy="16225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Markov Decision Process</a:t>
            </a:r>
            <a:endParaRPr/>
          </a:p>
        </p:txBody>
      </p:sp>
      <p:sp>
        <p:nvSpPr>
          <p:cNvPr id="262" name="Google Shape;262;p33"/>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3"/>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33"/>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265" name="Google Shape;265;p33"/>
          <p:cNvPicPr preferRelativeResize="0"/>
          <p:nvPr/>
        </p:nvPicPr>
        <p:blipFill>
          <a:blip r:embed="rId4">
            <a:alphaModFix/>
          </a:blip>
          <a:stretch>
            <a:fillRect/>
          </a:stretch>
        </p:blipFill>
        <p:spPr>
          <a:xfrm>
            <a:off x="1879776" y="1268652"/>
            <a:ext cx="5041750" cy="3051750"/>
          </a:xfrm>
          <a:prstGeom prst="rect">
            <a:avLst/>
          </a:prstGeom>
          <a:noFill/>
          <a:ln cap="flat" cmpd="sng" w="9525">
            <a:solidFill>
              <a:schemeClr val="dk2"/>
            </a:solidFill>
            <a:prstDash val="solid"/>
            <a:round/>
            <a:headEnd len="sm" w="sm" type="none"/>
            <a:tailEnd len="sm" w="sm" type="none"/>
          </a:ln>
        </p:spPr>
      </p:pic>
      <p:sp>
        <p:nvSpPr>
          <p:cNvPr id="266" name="Google Shape;266;p33"/>
          <p:cNvSpPr txBox="1"/>
          <p:nvPr/>
        </p:nvSpPr>
        <p:spPr>
          <a:xfrm>
            <a:off x="2554600" y="4423325"/>
            <a:ext cx="3692100" cy="461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800">
                <a:solidFill>
                  <a:schemeClr val="dk2"/>
                </a:solidFill>
                <a:latin typeface="Poppins"/>
                <a:ea typeface="Poppins"/>
                <a:cs typeface="Poppins"/>
                <a:sym typeface="Poppins"/>
              </a:rPr>
              <a:t>Example MDP for a Robot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 Cartpole Problem</a:t>
            </a:r>
            <a:endParaRPr/>
          </a:p>
        </p:txBody>
      </p:sp>
      <p:sp>
        <p:nvSpPr>
          <p:cNvPr id="272" name="Google Shape;272;p34"/>
          <p:cNvSpPr txBox="1"/>
          <p:nvPr/>
        </p:nvSpPr>
        <p:spPr>
          <a:xfrm>
            <a:off x="713250" y="10939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Old notebook: </a:t>
            </a:r>
            <a:r>
              <a:rPr lang="en" sz="1800" u="sng">
                <a:solidFill>
                  <a:schemeClr val="hlink"/>
                </a:solidFill>
                <a:latin typeface="Poppins"/>
                <a:ea typeface="Poppins"/>
                <a:cs typeface="Poppins"/>
                <a:sym typeface="Poppins"/>
                <a:hlinkClick r:id="rId3"/>
              </a:rPr>
              <a:t>https://colab.research.google.com/drive/161IferJ3gE9bLZu-khTNL1bmN9Z6n2ez?usp=sharing</a:t>
            </a:r>
            <a:r>
              <a:rPr lang="en" sz="1800">
                <a:solidFill>
                  <a:schemeClr val="dk2"/>
                </a:solidFill>
                <a:latin typeface="Poppins"/>
                <a:ea typeface="Poppins"/>
                <a:cs typeface="Poppins"/>
                <a:sym typeface="Poppins"/>
              </a:rPr>
              <a:t> </a:t>
            </a:r>
            <a:endParaRPr sz="1800">
              <a:solidFill>
                <a:schemeClr val="dk2"/>
              </a:solidFill>
              <a:latin typeface="Poppins"/>
              <a:ea typeface="Poppins"/>
              <a:cs typeface="Poppins"/>
              <a:sym typeface="Poppins"/>
            </a:endParaRPr>
          </a:p>
        </p:txBody>
      </p:sp>
      <p:sp>
        <p:nvSpPr>
          <p:cNvPr id="273" name="Google Shape;273;p34"/>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4"/>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 name="Google Shape;275;p34"/>
          <p:cNvPicPr preferRelativeResize="0"/>
          <p:nvPr/>
        </p:nvPicPr>
        <p:blipFill>
          <a:blip r:embed="rId4">
            <a:alphaModFix/>
          </a:blip>
          <a:stretch>
            <a:fillRect/>
          </a:stretch>
        </p:blipFill>
        <p:spPr>
          <a:xfrm>
            <a:off x="7487450" y="380200"/>
            <a:ext cx="637500" cy="637500"/>
          </a:xfrm>
          <a:prstGeom prst="ellipse">
            <a:avLst/>
          </a:prstGeom>
          <a:noFill/>
          <a:ln>
            <a:noFill/>
          </a:ln>
        </p:spPr>
      </p:pic>
      <p:pic>
        <p:nvPicPr>
          <p:cNvPr id="276" name="Google Shape;276;p34"/>
          <p:cNvPicPr preferRelativeResize="0"/>
          <p:nvPr/>
        </p:nvPicPr>
        <p:blipFill>
          <a:blip r:embed="rId5">
            <a:alphaModFix/>
          </a:blip>
          <a:stretch>
            <a:fillRect/>
          </a:stretch>
        </p:blipFill>
        <p:spPr>
          <a:xfrm>
            <a:off x="931978" y="2513821"/>
            <a:ext cx="3247671" cy="2163000"/>
          </a:xfrm>
          <a:prstGeom prst="rect">
            <a:avLst/>
          </a:prstGeom>
          <a:noFill/>
          <a:ln cap="flat" cmpd="sng" w="9525">
            <a:solidFill>
              <a:schemeClr val="dk2"/>
            </a:solidFill>
            <a:prstDash val="solid"/>
            <a:round/>
            <a:headEnd len="sm" w="sm" type="none"/>
            <a:tailEnd len="sm" w="sm" type="none"/>
          </a:ln>
        </p:spPr>
      </p:pic>
      <p:pic>
        <p:nvPicPr>
          <p:cNvPr id="277" name="Google Shape;277;p34"/>
          <p:cNvPicPr preferRelativeResize="0"/>
          <p:nvPr/>
        </p:nvPicPr>
        <p:blipFill rotWithShape="1">
          <a:blip r:embed="rId6">
            <a:alphaModFix/>
          </a:blip>
          <a:srcRect b="33809" l="35023" r="1745" t="11613"/>
          <a:stretch/>
        </p:blipFill>
        <p:spPr>
          <a:xfrm>
            <a:off x="4442275" y="2831425"/>
            <a:ext cx="4338676" cy="14369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 Atari Breakout</a:t>
            </a:r>
            <a:endParaRPr/>
          </a:p>
        </p:txBody>
      </p:sp>
      <p:sp>
        <p:nvSpPr>
          <p:cNvPr id="283" name="Google Shape;283;p35"/>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5"/>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5" name="Google Shape;285;p35"/>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286" name="Google Shape;286;p35"/>
          <p:cNvPicPr preferRelativeResize="0"/>
          <p:nvPr/>
        </p:nvPicPr>
        <p:blipFill>
          <a:blip r:embed="rId4">
            <a:alphaModFix/>
          </a:blip>
          <a:stretch>
            <a:fillRect/>
          </a:stretch>
        </p:blipFill>
        <p:spPr>
          <a:xfrm>
            <a:off x="5150975" y="1770600"/>
            <a:ext cx="3596475" cy="2367675"/>
          </a:xfrm>
          <a:prstGeom prst="rect">
            <a:avLst/>
          </a:prstGeom>
          <a:noFill/>
          <a:ln>
            <a:noFill/>
          </a:ln>
        </p:spPr>
      </p:pic>
      <p:pic>
        <p:nvPicPr>
          <p:cNvPr id="287" name="Google Shape;287;p35"/>
          <p:cNvPicPr preferRelativeResize="0"/>
          <p:nvPr/>
        </p:nvPicPr>
        <p:blipFill>
          <a:blip r:embed="rId5">
            <a:alphaModFix/>
          </a:blip>
          <a:stretch>
            <a:fillRect/>
          </a:stretch>
        </p:blipFill>
        <p:spPr>
          <a:xfrm>
            <a:off x="376950" y="2122126"/>
            <a:ext cx="4541150" cy="13321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Model</a:t>
            </a:r>
            <a:endParaRPr/>
          </a:p>
        </p:txBody>
      </p:sp>
      <p:sp>
        <p:nvSpPr>
          <p:cNvPr id="293" name="Google Shape;293;p36"/>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How the environment will respond to certain actions</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Comes with reward function </a:t>
            </a:r>
            <a:r>
              <a:rPr lang="en" sz="1800">
                <a:solidFill>
                  <a:schemeClr val="dk2"/>
                </a:solidFill>
                <a:latin typeface="Poppins"/>
                <a:ea typeface="Poppins"/>
                <a:cs typeface="Poppins"/>
                <a:sym typeface="Poppins"/>
              </a:rPr>
              <a:t>(R) and transition probabilities (P, chance of going from one state to another)</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Either known or unknown</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Known → model-based RL, use dynamic programming</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Unknown → model-free RL / try to learn the model</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Generally speaking, we try to learn the </a:t>
            </a:r>
            <a:r>
              <a:rPr i="1" lang="en" sz="1800">
                <a:solidFill>
                  <a:schemeClr val="dk2"/>
                </a:solidFill>
                <a:latin typeface="Poppins"/>
                <a:ea typeface="Poppins"/>
                <a:cs typeface="Poppins"/>
                <a:sym typeface="Poppins"/>
              </a:rPr>
              <a:t>policy </a:t>
            </a:r>
            <a:r>
              <a:rPr lang="en" sz="1800">
                <a:solidFill>
                  <a:schemeClr val="dk2"/>
                </a:solidFill>
                <a:latin typeface="Poppins"/>
                <a:ea typeface="Poppins"/>
                <a:cs typeface="Poppins"/>
                <a:sym typeface="Poppins"/>
              </a:rPr>
              <a:t>and </a:t>
            </a:r>
            <a:r>
              <a:rPr i="1" lang="en" sz="1800">
                <a:solidFill>
                  <a:schemeClr val="dk2"/>
                </a:solidFill>
                <a:latin typeface="Poppins"/>
                <a:ea typeface="Poppins"/>
                <a:cs typeface="Poppins"/>
                <a:sym typeface="Poppins"/>
              </a:rPr>
              <a:t>value</a:t>
            </a:r>
            <a:r>
              <a:rPr lang="en" sz="1800">
                <a:solidFill>
                  <a:schemeClr val="dk2"/>
                </a:solidFill>
                <a:latin typeface="Poppins"/>
                <a:ea typeface="Poppins"/>
                <a:cs typeface="Poppins"/>
                <a:sym typeface="Poppins"/>
              </a:rPr>
              <a:t> functions</a:t>
            </a:r>
            <a:endParaRPr/>
          </a:p>
        </p:txBody>
      </p:sp>
      <p:sp>
        <p:nvSpPr>
          <p:cNvPr id="294" name="Google Shape;294;p36"/>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6"/>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 name="Google Shape;296;p36"/>
          <p:cNvPicPr preferRelativeResize="0"/>
          <p:nvPr/>
        </p:nvPicPr>
        <p:blipFill>
          <a:blip r:embed="rId3">
            <a:alphaModFix/>
          </a:blip>
          <a:stretch>
            <a:fillRect/>
          </a:stretch>
        </p:blipFill>
        <p:spPr>
          <a:xfrm>
            <a:off x="7487450" y="380200"/>
            <a:ext cx="637500" cy="637500"/>
          </a:xfrm>
          <a:prstGeom prst="ellips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Policy</a:t>
            </a:r>
            <a:endParaRPr/>
          </a:p>
        </p:txBody>
      </p:sp>
      <p:sp>
        <p:nvSpPr>
          <p:cNvPr id="302" name="Google Shape;302;p37"/>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π(s): guideline which aims to maximize expected sum of rewards</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On-policy: evaluate/improve the </a:t>
            </a:r>
            <a:r>
              <a:rPr lang="en" sz="1800" u="sng">
                <a:solidFill>
                  <a:schemeClr val="dk2"/>
                </a:solidFill>
                <a:latin typeface="Poppins"/>
                <a:ea typeface="Poppins"/>
                <a:cs typeface="Poppins"/>
                <a:sym typeface="Poppins"/>
              </a:rPr>
              <a:t>same policy</a:t>
            </a:r>
            <a:r>
              <a:rPr lang="en" sz="1800">
                <a:solidFill>
                  <a:schemeClr val="dk2"/>
                </a:solidFill>
                <a:latin typeface="Poppins"/>
                <a:ea typeface="Poppins"/>
                <a:cs typeface="Poppins"/>
                <a:sym typeface="Poppins"/>
              </a:rPr>
              <a:t> being used to select actions</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Off-policy: improve a policy independent of action selection</a:t>
            </a:r>
            <a:endParaRPr sz="1800">
              <a:solidFill>
                <a:schemeClr val="dk2"/>
              </a:solidFill>
              <a:latin typeface="Poppins"/>
              <a:ea typeface="Poppins"/>
              <a:cs typeface="Poppins"/>
              <a:sym typeface="Poppins"/>
            </a:endParaRPr>
          </a:p>
        </p:txBody>
      </p:sp>
      <p:sp>
        <p:nvSpPr>
          <p:cNvPr id="303" name="Google Shape;303;p37"/>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7"/>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5" name="Google Shape;305;p37"/>
          <p:cNvPicPr preferRelativeResize="0"/>
          <p:nvPr/>
        </p:nvPicPr>
        <p:blipFill>
          <a:blip r:embed="rId3">
            <a:alphaModFix/>
          </a:blip>
          <a:stretch>
            <a:fillRect/>
          </a:stretch>
        </p:blipFill>
        <p:spPr>
          <a:xfrm>
            <a:off x="7487450" y="380200"/>
            <a:ext cx="637500" cy="6375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Value</a:t>
            </a:r>
            <a:endParaRPr/>
          </a:p>
        </p:txBody>
      </p:sp>
      <p:sp>
        <p:nvSpPr>
          <p:cNvPr id="311" name="Google Shape;311;p38"/>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Value function V(s): how good a particular state is, based on expected cumulative reward</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Use a discounting factor γ to penalize future rewards</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Uncertainty, no immediate benefits</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Q-value function Q(s, a): based on state action pairs, “quality”</a:t>
            </a:r>
            <a:endParaRPr sz="1800">
              <a:solidFill>
                <a:schemeClr val="dk2"/>
              </a:solidFill>
              <a:latin typeface="Poppins"/>
              <a:ea typeface="Poppins"/>
              <a:cs typeface="Poppins"/>
              <a:sym typeface="Poppins"/>
            </a:endParaRPr>
          </a:p>
        </p:txBody>
      </p:sp>
      <p:sp>
        <p:nvSpPr>
          <p:cNvPr id="312" name="Google Shape;312;p38"/>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8"/>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4" name="Google Shape;314;p38"/>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315" name="Google Shape;315;p38"/>
          <p:cNvPicPr preferRelativeResize="0"/>
          <p:nvPr/>
        </p:nvPicPr>
        <p:blipFill>
          <a:blip r:embed="rId4">
            <a:alphaModFix/>
          </a:blip>
          <a:stretch>
            <a:fillRect/>
          </a:stretch>
        </p:blipFill>
        <p:spPr>
          <a:xfrm>
            <a:off x="2946175" y="3427200"/>
            <a:ext cx="2800475" cy="546150"/>
          </a:xfrm>
          <a:prstGeom prst="rect">
            <a:avLst/>
          </a:prstGeom>
          <a:noFill/>
          <a:ln cap="flat" cmpd="sng" w="9525">
            <a:solidFill>
              <a:schemeClr val="dk2"/>
            </a:solidFill>
            <a:prstDash val="solid"/>
            <a:round/>
            <a:headEnd len="sm" w="sm" type="none"/>
            <a:tailEnd len="sm" w="sm" type="none"/>
          </a:ln>
        </p:spPr>
      </p:pic>
      <p:pic>
        <p:nvPicPr>
          <p:cNvPr id="316" name="Google Shape;316;p38"/>
          <p:cNvPicPr preferRelativeResize="0"/>
          <p:nvPr/>
        </p:nvPicPr>
        <p:blipFill>
          <a:blip r:embed="rId5">
            <a:alphaModFix/>
          </a:blip>
          <a:stretch>
            <a:fillRect/>
          </a:stretch>
        </p:blipFill>
        <p:spPr>
          <a:xfrm>
            <a:off x="2712425" y="4102500"/>
            <a:ext cx="3413437" cy="5461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9"/>
          <p:cNvSpPr txBox="1"/>
          <p:nvPr>
            <p:ph type="title"/>
          </p:nvPr>
        </p:nvSpPr>
        <p:spPr>
          <a:xfrm>
            <a:off x="2025750" y="2214138"/>
            <a:ext cx="5092500" cy="71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Approaches</a:t>
            </a:r>
            <a:endParaRPr/>
          </a:p>
        </p:txBody>
      </p:sp>
      <p:sp>
        <p:nvSpPr>
          <p:cNvPr id="322" name="Google Shape;322;p39"/>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9"/>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 name="Google Shape;324;p39"/>
          <p:cNvPicPr preferRelativeResize="0"/>
          <p:nvPr/>
        </p:nvPicPr>
        <p:blipFill>
          <a:blip r:embed="rId3">
            <a:alphaModFix/>
          </a:blip>
          <a:stretch>
            <a:fillRect/>
          </a:stretch>
        </p:blipFill>
        <p:spPr>
          <a:xfrm>
            <a:off x="7487450" y="380200"/>
            <a:ext cx="637500" cy="637500"/>
          </a:xfrm>
          <a:prstGeom prst="ellipse">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Dynamic Programming</a:t>
            </a:r>
            <a:endParaRPr/>
          </a:p>
        </p:txBody>
      </p:sp>
      <p:sp>
        <p:nvSpPr>
          <p:cNvPr id="330" name="Google Shape;330;p40"/>
          <p:cNvSpPr txBox="1"/>
          <p:nvPr/>
        </p:nvSpPr>
        <p:spPr>
          <a:xfrm>
            <a:off x="713250" y="10939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Model-based RL</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Update based on Bellman equations: decompose value function into immediate reward + discounted future rewards</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Iteratively evaluate/improve policy</a:t>
            </a:r>
            <a:endParaRPr sz="1800">
              <a:solidFill>
                <a:schemeClr val="dk2"/>
              </a:solidFill>
              <a:latin typeface="Poppins"/>
              <a:ea typeface="Poppins"/>
              <a:cs typeface="Poppins"/>
              <a:sym typeface="Poppins"/>
            </a:endParaRPr>
          </a:p>
        </p:txBody>
      </p:sp>
      <p:sp>
        <p:nvSpPr>
          <p:cNvPr id="331" name="Google Shape;331;p40"/>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0"/>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3" name="Google Shape;333;p40"/>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334" name="Google Shape;334;p40"/>
          <p:cNvPicPr preferRelativeResize="0"/>
          <p:nvPr/>
        </p:nvPicPr>
        <p:blipFill>
          <a:blip r:embed="rId4">
            <a:alphaModFix/>
          </a:blip>
          <a:stretch>
            <a:fillRect/>
          </a:stretch>
        </p:blipFill>
        <p:spPr>
          <a:xfrm>
            <a:off x="1315538" y="3326313"/>
            <a:ext cx="7115175" cy="600075"/>
          </a:xfrm>
          <a:prstGeom prst="rect">
            <a:avLst/>
          </a:prstGeom>
          <a:noFill/>
          <a:ln cap="flat" cmpd="sng" w="9525">
            <a:solidFill>
              <a:schemeClr val="dk2"/>
            </a:solidFill>
            <a:prstDash val="solid"/>
            <a:round/>
            <a:headEnd len="sm" w="sm" type="none"/>
            <a:tailEnd len="sm" w="sm" type="none"/>
          </a:ln>
        </p:spPr>
      </p:pic>
      <p:pic>
        <p:nvPicPr>
          <p:cNvPr id="335" name="Google Shape;335;p40"/>
          <p:cNvPicPr preferRelativeResize="0"/>
          <p:nvPr/>
        </p:nvPicPr>
        <p:blipFill>
          <a:blip r:embed="rId5">
            <a:alphaModFix/>
          </a:blip>
          <a:stretch>
            <a:fillRect/>
          </a:stretch>
        </p:blipFill>
        <p:spPr>
          <a:xfrm>
            <a:off x="1125038" y="4001363"/>
            <a:ext cx="7496175" cy="6191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Monte Carlo (MC) Methods</a:t>
            </a:r>
            <a:endParaRPr/>
          </a:p>
        </p:txBody>
      </p:sp>
      <p:sp>
        <p:nvSpPr>
          <p:cNvPr id="341" name="Google Shape;341;p41"/>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Model-free!</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b="1" lang="en" sz="1800">
                <a:solidFill>
                  <a:schemeClr val="dk2"/>
                </a:solidFill>
                <a:latin typeface="Poppins"/>
                <a:ea typeface="Poppins"/>
                <a:cs typeface="Poppins"/>
                <a:sym typeface="Poppins"/>
              </a:rPr>
              <a:t>Idea: </a:t>
            </a:r>
            <a:r>
              <a:rPr lang="en" sz="1800">
                <a:solidFill>
                  <a:schemeClr val="dk2"/>
                </a:solidFill>
                <a:latin typeface="Poppins"/>
                <a:ea typeface="Poppins"/>
                <a:cs typeface="Poppins"/>
                <a:sym typeface="Poppins"/>
              </a:rPr>
              <a:t>Learn from </a:t>
            </a:r>
            <a:r>
              <a:rPr lang="en" sz="1800" u="sng">
                <a:solidFill>
                  <a:schemeClr val="dk2"/>
                </a:solidFill>
                <a:latin typeface="Poppins"/>
                <a:ea typeface="Poppins"/>
                <a:cs typeface="Poppins"/>
                <a:sym typeface="Poppins"/>
              </a:rPr>
              <a:t>episodes</a:t>
            </a:r>
            <a:r>
              <a:rPr lang="en" sz="1800">
                <a:solidFill>
                  <a:schemeClr val="dk2"/>
                </a:solidFill>
                <a:latin typeface="Poppins"/>
                <a:ea typeface="Poppins"/>
                <a:cs typeface="Poppins"/>
                <a:sym typeface="Poppins"/>
              </a:rPr>
              <a:t> of experience only</a:t>
            </a:r>
            <a:endParaRPr sz="1800">
              <a:solidFill>
                <a:schemeClr val="dk2"/>
              </a:solidFill>
              <a:latin typeface="Poppins"/>
              <a:ea typeface="Poppins"/>
              <a:cs typeface="Poppins"/>
              <a:sym typeface="Poppins"/>
            </a:endParaRPr>
          </a:p>
          <a:p>
            <a:pPr indent="0" lvl="0" marL="0" rtl="0" algn="l">
              <a:lnSpc>
                <a:spcPct val="150000"/>
              </a:lnSpc>
              <a:spcBef>
                <a:spcPts val="0"/>
              </a:spcBef>
              <a:spcAft>
                <a:spcPts val="0"/>
              </a:spcAft>
              <a:buNone/>
            </a:pPr>
            <a:r>
              <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Average returns over multiple episodes to approximate expected return for a particular state / state-action pair</a:t>
            </a:r>
            <a:endParaRPr sz="1800">
              <a:solidFill>
                <a:schemeClr val="dk2"/>
              </a:solidFill>
              <a:latin typeface="Poppins"/>
              <a:ea typeface="Poppins"/>
              <a:cs typeface="Poppins"/>
              <a:sym typeface="Poppins"/>
            </a:endParaRPr>
          </a:p>
        </p:txBody>
      </p:sp>
      <p:sp>
        <p:nvSpPr>
          <p:cNvPr id="342" name="Google Shape;342;p41"/>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1"/>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4" name="Google Shape;344;p41"/>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345" name="Google Shape;345;p41"/>
          <p:cNvPicPr preferRelativeResize="0"/>
          <p:nvPr/>
        </p:nvPicPr>
        <p:blipFill>
          <a:blip r:embed="rId4">
            <a:alphaModFix/>
          </a:blip>
          <a:stretch>
            <a:fillRect/>
          </a:stretch>
        </p:blipFill>
        <p:spPr>
          <a:xfrm>
            <a:off x="3154600" y="1995025"/>
            <a:ext cx="2529100" cy="434100"/>
          </a:xfrm>
          <a:prstGeom prst="rect">
            <a:avLst/>
          </a:prstGeom>
          <a:noFill/>
          <a:ln cap="flat" cmpd="sng" w="9525">
            <a:solidFill>
              <a:schemeClr val="dk2"/>
            </a:solidFill>
            <a:prstDash val="solid"/>
            <a:round/>
            <a:headEnd len="sm" w="sm" type="none"/>
            <a:tailEnd len="sm" w="sm" type="none"/>
          </a:ln>
        </p:spPr>
      </p:pic>
      <p:pic>
        <p:nvPicPr>
          <p:cNvPr id="346" name="Google Shape;346;p41"/>
          <p:cNvPicPr preferRelativeResize="0"/>
          <p:nvPr/>
        </p:nvPicPr>
        <p:blipFill rotWithShape="1">
          <a:blip r:embed="rId5">
            <a:alphaModFix/>
          </a:blip>
          <a:srcRect b="0" l="0" r="0" t="7527"/>
          <a:stretch/>
        </p:blipFill>
        <p:spPr>
          <a:xfrm>
            <a:off x="2504625" y="3330250"/>
            <a:ext cx="3829050" cy="10393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800"/>
              <a:t>Temporal Difference (TD) Learning</a:t>
            </a:r>
            <a:endParaRPr sz="2800"/>
          </a:p>
        </p:txBody>
      </p:sp>
      <p:sp>
        <p:nvSpPr>
          <p:cNvPr id="352" name="Google Shape;352;p42"/>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Model-free, can learn from incomplete episodes (!)</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b="1" lang="en" sz="1800">
                <a:solidFill>
                  <a:schemeClr val="dk2"/>
                </a:solidFill>
                <a:latin typeface="Poppins"/>
                <a:ea typeface="Poppins"/>
                <a:cs typeface="Poppins"/>
                <a:sym typeface="Poppins"/>
              </a:rPr>
              <a:t>Bootstrapping: </a:t>
            </a:r>
            <a:r>
              <a:rPr lang="en" sz="1800">
                <a:solidFill>
                  <a:schemeClr val="dk2"/>
                </a:solidFill>
                <a:latin typeface="Poppins"/>
                <a:ea typeface="Poppins"/>
                <a:cs typeface="Poppins"/>
                <a:sym typeface="Poppins"/>
              </a:rPr>
              <a:t>use estimates to update instead of actual rewards/empirical returns from Monte Carlo</a:t>
            </a:r>
            <a:endParaRPr sz="1800">
              <a:solidFill>
                <a:schemeClr val="dk2"/>
              </a:solidFill>
              <a:latin typeface="Poppins"/>
              <a:ea typeface="Poppins"/>
              <a:cs typeface="Poppins"/>
              <a:sym typeface="Poppins"/>
            </a:endParaRPr>
          </a:p>
        </p:txBody>
      </p:sp>
      <p:sp>
        <p:nvSpPr>
          <p:cNvPr id="353" name="Google Shape;353;p42"/>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2"/>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42"/>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356" name="Google Shape;356;p42"/>
          <p:cNvPicPr preferRelativeResize="0"/>
          <p:nvPr/>
        </p:nvPicPr>
        <p:blipFill>
          <a:blip r:embed="rId4">
            <a:alphaModFix/>
          </a:blip>
          <a:stretch>
            <a:fillRect/>
          </a:stretch>
        </p:blipFill>
        <p:spPr>
          <a:xfrm>
            <a:off x="2224075" y="2944125"/>
            <a:ext cx="4695825" cy="1123950"/>
          </a:xfrm>
          <a:prstGeom prst="rect">
            <a:avLst/>
          </a:prstGeom>
          <a:noFill/>
          <a:ln cap="flat" cmpd="sng" w="9525">
            <a:solidFill>
              <a:schemeClr val="dk2"/>
            </a:solidFill>
            <a:prstDash val="solid"/>
            <a:round/>
            <a:headEnd len="sm" w="sm" type="none"/>
            <a:tailEnd len="sm" w="sm" type="none"/>
          </a:ln>
        </p:spPr>
      </p:pic>
      <p:cxnSp>
        <p:nvCxnSpPr>
          <p:cNvPr id="357" name="Google Shape;357;p42"/>
          <p:cNvCxnSpPr/>
          <p:nvPr/>
        </p:nvCxnSpPr>
        <p:spPr>
          <a:xfrm>
            <a:off x="4238750" y="3972325"/>
            <a:ext cx="1572600" cy="18600"/>
          </a:xfrm>
          <a:prstGeom prst="straightConnector1">
            <a:avLst/>
          </a:prstGeom>
          <a:noFill/>
          <a:ln cap="flat" cmpd="sng" w="38100">
            <a:solidFill>
              <a:srgbClr val="CC0000"/>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SARSA</a:t>
            </a:r>
            <a:endParaRPr/>
          </a:p>
        </p:txBody>
      </p:sp>
      <p:sp>
        <p:nvSpPr>
          <p:cNvPr id="363" name="Google Shape;363;p43"/>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On-policy TD control</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Choose action based on current state</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Pick A[t+1] in the same way</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Update:</a:t>
            </a:r>
            <a:endParaRPr sz="1800">
              <a:solidFill>
                <a:schemeClr val="dk2"/>
              </a:solidFill>
              <a:latin typeface="Poppins"/>
              <a:ea typeface="Poppins"/>
              <a:cs typeface="Poppins"/>
              <a:sym typeface="Poppins"/>
            </a:endParaRPr>
          </a:p>
          <a:p>
            <a:pPr indent="0" lvl="0" marL="457200" rtl="0" algn="l">
              <a:lnSpc>
                <a:spcPct val="150000"/>
              </a:lnSpc>
              <a:spcBef>
                <a:spcPts val="0"/>
              </a:spcBef>
              <a:spcAft>
                <a:spcPts val="0"/>
              </a:spcAft>
              <a:buNone/>
            </a:pPr>
            <a:r>
              <a:rPr lang="en" sz="1800">
                <a:solidFill>
                  <a:schemeClr val="dk2"/>
                </a:solidFill>
                <a:latin typeface="Poppins"/>
                <a:ea typeface="Poppins"/>
                <a:cs typeface="Poppins"/>
                <a:sym typeface="Poppins"/>
              </a:rPr>
              <a:t> </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Repeat</a:t>
            </a:r>
            <a:endParaRPr sz="1800">
              <a:solidFill>
                <a:schemeClr val="dk2"/>
              </a:solidFill>
              <a:latin typeface="Poppins"/>
              <a:ea typeface="Poppins"/>
              <a:cs typeface="Poppins"/>
              <a:sym typeface="Poppins"/>
            </a:endParaRPr>
          </a:p>
        </p:txBody>
      </p:sp>
      <p:sp>
        <p:nvSpPr>
          <p:cNvPr id="364" name="Google Shape;364;p43"/>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3"/>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6" name="Google Shape;366;p43"/>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367" name="Google Shape;367;p43"/>
          <p:cNvPicPr preferRelativeResize="0"/>
          <p:nvPr/>
        </p:nvPicPr>
        <p:blipFill>
          <a:blip r:embed="rId4">
            <a:alphaModFix/>
          </a:blip>
          <a:stretch>
            <a:fillRect/>
          </a:stretch>
        </p:blipFill>
        <p:spPr>
          <a:xfrm>
            <a:off x="1009938" y="2789650"/>
            <a:ext cx="7124074" cy="4204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Q-Learning</a:t>
            </a:r>
            <a:endParaRPr/>
          </a:p>
        </p:txBody>
      </p:sp>
      <p:sp>
        <p:nvSpPr>
          <p:cNvPr id="373" name="Google Shape;373;p44"/>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Off-policy TD control</a:t>
            </a:r>
            <a:endParaRPr sz="1800">
              <a:solidFill>
                <a:schemeClr val="dk2"/>
              </a:solidFill>
              <a:latin typeface="Poppins"/>
              <a:ea typeface="Poppins"/>
              <a:cs typeface="Poppins"/>
              <a:sym typeface="Poppins"/>
            </a:endParaRPr>
          </a:p>
          <a:p>
            <a:pPr indent="0" lvl="0" marL="0" rtl="0" algn="l">
              <a:lnSpc>
                <a:spcPct val="150000"/>
              </a:lnSpc>
              <a:spcBef>
                <a:spcPts val="0"/>
              </a:spcBef>
              <a:spcAft>
                <a:spcPts val="0"/>
              </a:spcAft>
              <a:buNone/>
            </a:pPr>
            <a:r>
              <a:t/>
            </a:r>
            <a:endParaRPr sz="1800">
              <a:solidFill>
                <a:schemeClr val="dk2"/>
              </a:solidFill>
              <a:latin typeface="Poppins"/>
              <a:ea typeface="Poppins"/>
              <a:cs typeface="Poppins"/>
              <a:sym typeface="Poppins"/>
            </a:endParaRPr>
          </a:p>
          <a:p>
            <a:pPr indent="0" lvl="0" marL="0" rtl="0" algn="l">
              <a:lnSpc>
                <a:spcPct val="150000"/>
              </a:lnSpc>
              <a:spcBef>
                <a:spcPts val="0"/>
              </a:spcBef>
              <a:spcAft>
                <a:spcPts val="0"/>
              </a:spcAft>
              <a:buNone/>
            </a:pPr>
            <a:r>
              <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Does </a:t>
            </a:r>
            <a:r>
              <a:rPr i="1" lang="en" sz="1800">
                <a:solidFill>
                  <a:schemeClr val="dk2"/>
                </a:solidFill>
                <a:latin typeface="Poppins"/>
                <a:ea typeface="Poppins"/>
                <a:cs typeface="Poppins"/>
                <a:sym typeface="Poppins"/>
              </a:rPr>
              <a:t>not </a:t>
            </a:r>
            <a:r>
              <a:rPr lang="en" sz="1800">
                <a:solidFill>
                  <a:schemeClr val="dk2"/>
                </a:solidFill>
                <a:latin typeface="Poppins"/>
                <a:ea typeface="Poppins"/>
                <a:cs typeface="Poppins"/>
                <a:sym typeface="Poppins"/>
              </a:rPr>
              <a:t>follow current policy to choose next action</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Use best Q value, not Q value generated by a particular action</a:t>
            </a:r>
            <a:endParaRPr sz="1800">
              <a:solidFill>
                <a:schemeClr val="dk2"/>
              </a:solidFill>
              <a:latin typeface="Poppins"/>
              <a:ea typeface="Poppins"/>
              <a:cs typeface="Poppins"/>
              <a:sym typeface="Poppins"/>
            </a:endParaRPr>
          </a:p>
        </p:txBody>
      </p:sp>
      <p:sp>
        <p:nvSpPr>
          <p:cNvPr id="374" name="Google Shape;374;p44"/>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4"/>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6" name="Google Shape;376;p44"/>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377" name="Google Shape;377;p44"/>
          <p:cNvPicPr preferRelativeResize="0"/>
          <p:nvPr/>
        </p:nvPicPr>
        <p:blipFill>
          <a:blip r:embed="rId4">
            <a:alphaModFix/>
          </a:blip>
          <a:stretch>
            <a:fillRect/>
          </a:stretch>
        </p:blipFill>
        <p:spPr>
          <a:xfrm>
            <a:off x="1099775" y="1821950"/>
            <a:ext cx="6638756" cy="387100"/>
          </a:xfrm>
          <a:prstGeom prst="rect">
            <a:avLst/>
          </a:prstGeom>
          <a:noFill/>
          <a:ln cap="flat" cmpd="sng" w="9525">
            <a:solidFill>
              <a:schemeClr val="dk2"/>
            </a:solidFill>
            <a:prstDash val="solid"/>
            <a:round/>
            <a:headEnd len="sm" w="sm" type="none"/>
            <a:tailEnd len="sm" w="sm" type="none"/>
          </a:ln>
        </p:spPr>
      </p:pic>
      <p:pic>
        <p:nvPicPr>
          <p:cNvPr id="378" name="Google Shape;378;p44"/>
          <p:cNvPicPr preferRelativeResize="0"/>
          <p:nvPr/>
        </p:nvPicPr>
        <p:blipFill>
          <a:blip r:embed="rId5">
            <a:alphaModFix/>
          </a:blip>
          <a:stretch>
            <a:fillRect/>
          </a:stretch>
        </p:blipFill>
        <p:spPr>
          <a:xfrm>
            <a:off x="3128575" y="3444975"/>
            <a:ext cx="2886800" cy="12352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5"/>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Deep </a:t>
            </a:r>
            <a:r>
              <a:rPr lang="en"/>
              <a:t>Q-Network</a:t>
            </a:r>
            <a:endParaRPr/>
          </a:p>
        </p:txBody>
      </p:sp>
      <p:sp>
        <p:nvSpPr>
          <p:cNvPr id="384" name="Google Shape;384;p45"/>
          <p:cNvSpPr txBox="1"/>
          <p:nvPr/>
        </p:nvSpPr>
        <p:spPr>
          <a:xfrm>
            <a:off x="713250" y="712900"/>
            <a:ext cx="7411800" cy="3791400"/>
          </a:xfrm>
          <a:prstGeom prst="rect">
            <a:avLst/>
          </a:prstGeom>
          <a:noFill/>
          <a:ln>
            <a:noFill/>
          </a:ln>
        </p:spPr>
        <p:txBody>
          <a:bodyPr anchorCtr="0" anchor="t" bIns="91425" lIns="91425" spcFirstLastPara="1" rIns="0" wrap="square" tIns="91425">
            <a:noAutofit/>
          </a:bodyPr>
          <a:lstStyle/>
          <a:p>
            <a:pPr indent="0" lvl="0" marL="0" rtl="0" algn="l">
              <a:lnSpc>
                <a:spcPct val="150000"/>
              </a:lnSpc>
              <a:spcBef>
                <a:spcPts val="0"/>
              </a:spcBef>
              <a:spcAft>
                <a:spcPts val="0"/>
              </a:spcAft>
              <a:buNone/>
            </a:pPr>
            <a:r>
              <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Proposed by DeepMind in 2015</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Problem: learning every (s, a) pair is space-inefficient</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Solution: Use a neural network as a function approximator for Q values</a:t>
            </a:r>
            <a:endParaRPr sz="1800">
              <a:solidFill>
                <a:schemeClr val="dk2"/>
              </a:solidFill>
              <a:latin typeface="Poppins"/>
              <a:ea typeface="Poppins"/>
              <a:cs typeface="Poppins"/>
              <a:sym typeface="Poppins"/>
            </a:endParaRPr>
          </a:p>
        </p:txBody>
      </p:sp>
      <p:sp>
        <p:nvSpPr>
          <p:cNvPr id="385" name="Google Shape;385;p45"/>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5"/>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7" name="Google Shape;387;p45"/>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388" name="Google Shape;388;p45"/>
          <p:cNvPicPr preferRelativeResize="0"/>
          <p:nvPr/>
        </p:nvPicPr>
        <p:blipFill>
          <a:blip r:embed="rId4">
            <a:alphaModFix/>
          </a:blip>
          <a:stretch>
            <a:fillRect/>
          </a:stretch>
        </p:blipFill>
        <p:spPr>
          <a:xfrm>
            <a:off x="3174924" y="2518950"/>
            <a:ext cx="2982825" cy="2211476"/>
          </a:xfrm>
          <a:prstGeom prst="rect">
            <a:avLst/>
          </a:prstGeom>
          <a:noFill/>
          <a:ln cap="flat" cmpd="sng" w="9525">
            <a:solidFill>
              <a:schemeClr val="dk2"/>
            </a:solidFill>
            <a:prstDash val="solid"/>
            <a:round/>
            <a:headEnd len="sm" w="sm" type="none"/>
            <a:tailEnd len="sm" w="sm" type="none"/>
          </a:ln>
        </p:spPr>
      </p:pic>
      <p:pic>
        <p:nvPicPr>
          <p:cNvPr id="389" name="Google Shape;389;p45"/>
          <p:cNvPicPr preferRelativeResize="0"/>
          <p:nvPr/>
        </p:nvPicPr>
        <p:blipFill>
          <a:blip r:embed="rId5">
            <a:alphaModFix/>
          </a:blip>
          <a:stretch>
            <a:fillRect/>
          </a:stretch>
        </p:blipFill>
        <p:spPr>
          <a:xfrm>
            <a:off x="6572525" y="2518950"/>
            <a:ext cx="1434600" cy="4782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6"/>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Deep Q-Network</a:t>
            </a:r>
            <a:endParaRPr/>
          </a:p>
        </p:txBody>
      </p:sp>
      <p:sp>
        <p:nvSpPr>
          <p:cNvPr id="395" name="Google Shape;395;p46"/>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b="1" lang="en" sz="1800">
                <a:solidFill>
                  <a:schemeClr val="dk2"/>
                </a:solidFill>
                <a:latin typeface="Poppins"/>
                <a:ea typeface="Poppins"/>
                <a:cs typeface="Poppins"/>
                <a:sym typeface="Poppins"/>
              </a:rPr>
              <a:t>Experience Replay: </a:t>
            </a:r>
            <a:r>
              <a:rPr lang="en" sz="1800">
                <a:solidFill>
                  <a:schemeClr val="dk2"/>
                </a:solidFill>
                <a:latin typeface="Poppins"/>
                <a:ea typeface="Poppins"/>
                <a:cs typeface="Poppins"/>
                <a:sym typeface="Poppins"/>
              </a:rPr>
              <a:t>Instead of generating new experiences each time, learn from previous experiences</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Store agents experiences in each timestep</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Randomly sample during Q-learning updates</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Improves data efficiency</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b="1" lang="en" sz="1800">
                <a:solidFill>
                  <a:schemeClr val="dk2"/>
                </a:solidFill>
                <a:latin typeface="Poppins"/>
                <a:ea typeface="Poppins"/>
                <a:cs typeface="Poppins"/>
                <a:sym typeface="Poppins"/>
              </a:rPr>
              <a:t>Periodically Updated Target: </a:t>
            </a:r>
            <a:r>
              <a:rPr lang="en" sz="1800">
                <a:solidFill>
                  <a:schemeClr val="dk2"/>
                </a:solidFill>
                <a:latin typeface="Poppins"/>
                <a:ea typeface="Poppins"/>
                <a:cs typeface="Poppins"/>
                <a:sym typeface="Poppins"/>
              </a:rPr>
              <a:t>Only update target values periodically (freeze network every C steps)</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Makes training more stable</a:t>
            </a:r>
            <a:endParaRPr sz="1800">
              <a:solidFill>
                <a:schemeClr val="dk2"/>
              </a:solidFill>
              <a:latin typeface="Poppins"/>
              <a:ea typeface="Poppins"/>
              <a:cs typeface="Poppins"/>
              <a:sym typeface="Poppins"/>
            </a:endParaRPr>
          </a:p>
        </p:txBody>
      </p:sp>
      <p:sp>
        <p:nvSpPr>
          <p:cNvPr id="396" name="Google Shape;396;p46"/>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6"/>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8" name="Google Shape;398;p46"/>
          <p:cNvPicPr preferRelativeResize="0"/>
          <p:nvPr/>
        </p:nvPicPr>
        <p:blipFill>
          <a:blip r:embed="rId3">
            <a:alphaModFix/>
          </a:blip>
          <a:stretch>
            <a:fillRect/>
          </a:stretch>
        </p:blipFill>
        <p:spPr>
          <a:xfrm>
            <a:off x="7487450" y="380200"/>
            <a:ext cx="637500" cy="637500"/>
          </a:xfrm>
          <a:prstGeom prst="ellipse">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Deep Q-Network</a:t>
            </a:r>
            <a:endParaRPr/>
          </a:p>
        </p:txBody>
      </p:sp>
      <p:sp>
        <p:nvSpPr>
          <p:cNvPr id="404" name="Google Shape;404;p47"/>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7"/>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6" name="Google Shape;406;p47"/>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407" name="Google Shape;407;p47"/>
          <p:cNvPicPr preferRelativeResize="0"/>
          <p:nvPr/>
        </p:nvPicPr>
        <p:blipFill>
          <a:blip r:embed="rId4">
            <a:alphaModFix/>
          </a:blip>
          <a:stretch>
            <a:fillRect/>
          </a:stretch>
        </p:blipFill>
        <p:spPr>
          <a:xfrm>
            <a:off x="713250" y="1991298"/>
            <a:ext cx="7717500" cy="1260002"/>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8"/>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Policy Gradient</a:t>
            </a:r>
            <a:endParaRPr/>
          </a:p>
        </p:txBody>
      </p:sp>
      <p:sp>
        <p:nvSpPr>
          <p:cNvPr id="413" name="Google Shape;413;p48"/>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Learn the policy directly as opposed to Q/V</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Examples:</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REINFORCE (Monte Carlo)</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Actor-Critic</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A3C</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Read </a:t>
            </a:r>
            <a:r>
              <a:rPr lang="en" sz="1800" u="sng">
                <a:solidFill>
                  <a:schemeClr val="hlink"/>
                </a:solidFill>
                <a:latin typeface="Poppins"/>
                <a:ea typeface="Poppins"/>
                <a:cs typeface="Poppins"/>
                <a:sym typeface="Poppins"/>
                <a:hlinkClick r:id="rId3"/>
              </a:rPr>
              <a:t>this link</a:t>
            </a:r>
            <a:r>
              <a:rPr lang="en" sz="1800">
                <a:solidFill>
                  <a:schemeClr val="dk2"/>
                </a:solidFill>
                <a:latin typeface="Poppins"/>
                <a:ea typeface="Poppins"/>
                <a:cs typeface="Poppins"/>
                <a:sym typeface="Poppins"/>
              </a:rPr>
              <a:t> </a:t>
            </a:r>
            <a:endParaRPr sz="1800">
              <a:solidFill>
                <a:schemeClr val="dk2"/>
              </a:solidFill>
              <a:latin typeface="Poppins"/>
              <a:ea typeface="Poppins"/>
              <a:cs typeface="Poppins"/>
              <a:sym typeface="Poppins"/>
            </a:endParaRPr>
          </a:p>
        </p:txBody>
      </p:sp>
      <p:sp>
        <p:nvSpPr>
          <p:cNvPr id="414" name="Google Shape;414;p48"/>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8"/>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6" name="Google Shape;416;p48"/>
          <p:cNvPicPr preferRelativeResize="0"/>
          <p:nvPr/>
        </p:nvPicPr>
        <p:blipFill>
          <a:blip r:embed="rId4">
            <a:alphaModFix/>
          </a:blip>
          <a:stretch>
            <a:fillRect/>
          </a:stretch>
        </p:blipFill>
        <p:spPr>
          <a:xfrm>
            <a:off x="7487450" y="380200"/>
            <a:ext cx="637500" cy="637500"/>
          </a:xfrm>
          <a:prstGeom prst="ellipse">
            <a:avLst/>
          </a:prstGeom>
          <a:noFill/>
          <a:ln>
            <a:noFill/>
          </a:ln>
        </p:spPr>
      </p:pic>
      <p:pic>
        <p:nvPicPr>
          <p:cNvPr id="417" name="Google Shape;417;p48"/>
          <p:cNvPicPr preferRelativeResize="0"/>
          <p:nvPr/>
        </p:nvPicPr>
        <p:blipFill>
          <a:blip r:embed="rId5">
            <a:alphaModFix/>
          </a:blip>
          <a:stretch>
            <a:fillRect/>
          </a:stretch>
        </p:blipFill>
        <p:spPr>
          <a:xfrm>
            <a:off x="5179700" y="1793925"/>
            <a:ext cx="2431925" cy="2421125"/>
          </a:xfrm>
          <a:prstGeom prst="rect">
            <a:avLst/>
          </a:prstGeom>
          <a:noFill/>
          <a:ln cap="flat" cmpd="sng" w="9525">
            <a:solidFill>
              <a:schemeClr val="dk2"/>
            </a:solidFill>
            <a:prstDash val="solid"/>
            <a:round/>
            <a:headEnd len="sm" w="sm" type="none"/>
            <a:tailEnd len="sm" w="sm" type="none"/>
          </a:ln>
        </p:spPr>
      </p:pic>
      <p:sp>
        <p:nvSpPr>
          <p:cNvPr id="418" name="Google Shape;418;p48"/>
          <p:cNvSpPr txBox="1"/>
          <p:nvPr/>
        </p:nvSpPr>
        <p:spPr>
          <a:xfrm>
            <a:off x="4549613" y="4268250"/>
            <a:ext cx="3692100" cy="461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800">
                <a:solidFill>
                  <a:schemeClr val="dk2"/>
                </a:solidFill>
                <a:latin typeface="Poppins"/>
                <a:ea typeface="Poppins"/>
                <a:cs typeface="Poppins"/>
                <a:sym typeface="Poppins"/>
              </a:rPr>
              <a:t>Actor-Critic Architecture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9"/>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Exploration-Exploitation</a:t>
            </a:r>
            <a:endParaRPr/>
          </a:p>
        </p:txBody>
      </p:sp>
      <p:sp>
        <p:nvSpPr>
          <p:cNvPr id="424" name="Google Shape;424;p49"/>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Without enough exploration, we can’t learn the environment well enough</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 Cannot fully optimize towards reward</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Common solution: ε-greedy algorithm</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When picking any action, there is a chance that a random action is taken</a:t>
            </a:r>
            <a:endParaRPr sz="1800">
              <a:solidFill>
                <a:schemeClr val="dk2"/>
              </a:solidFill>
              <a:latin typeface="Poppins"/>
              <a:ea typeface="Poppins"/>
              <a:cs typeface="Poppins"/>
              <a:sym typeface="Poppins"/>
            </a:endParaRPr>
          </a:p>
        </p:txBody>
      </p:sp>
      <p:sp>
        <p:nvSpPr>
          <p:cNvPr id="425" name="Google Shape;425;p49"/>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9"/>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7" name="Google Shape;427;p49"/>
          <p:cNvPicPr preferRelativeResize="0"/>
          <p:nvPr/>
        </p:nvPicPr>
        <p:blipFill>
          <a:blip r:embed="rId3">
            <a:alphaModFix/>
          </a:blip>
          <a:stretch>
            <a:fillRect/>
          </a:stretch>
        </p:blipFill>
        <p:spPr>
          <a:xfrm>
            <a:off x="7487450" y="380200"/>
            <a:ext cx="637500" cy="637500"/>
          </a:xfrm>
          <a:prstGeom prst="ellipse">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0"/>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 AlphaGo</a:t>
            </a:r>
            <a:endParaRPr/>
          </a:p>
        </p:txBody>
      </p:sp>
      <p:sp>
        <p:nvSpPr>
          <p:cNvPr id="433" name="Google Shape;433;p50"/>
          <p:cNvSpPr txBox="1"/>
          <p:nvPr/>
        </p:nvSpPr>
        <p:spPr>
          <a:xfrm>
            <a:off x="713250" y="1170100"/>
            <a:ext cx="4459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Initialize policy network via supervised learning from professional Go games, train w/ policy gradient</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Learn value network too (actor-critic)</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Combine policy and value networks via MCTS, lookahead search</a:t>
            </a:r>
            <a:endParaRPr sz="1800">
              <a:solidFill>
                <a:schemeClr val="dk2"/>
              </a:solidFill>
              <a:latin typeface="Poppins"/>
              <a:ea typeface="Poppins"/>
              <a:cs typeface="Poppins"/>
              <a:sym typeface="Poppins"/>
            </a:endParaRPr>
          </a:p>
        </p:txBody>
      </p:sp>
      <p:sp>
        <p:nvSpPr>
          <p:cNvPr id="434" name="Google Shape;434;p50"/>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50"/>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6" name="Google Shape;436;p50"/>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437" name="Google Shape;437;p50"/>
          <p:cNvPicPr preferRelativeResize="0"/>
          <p:nvPr/>
        </p:nvPicPr>
        <p:blipFill>
          <a:blip r:embed="rId4">
            <a:alphaModFix/>
          </a:blip>
          <a:stretch>
            <a:fillRect/>
          </a:stretch>
        </p:blipFill>
        <p:spPr>
          <a:xfrm>
            <a:off x="5249250" y="1807600"/>
            <a:ext cx="3496449" cy="19667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1"/>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 VizDoom</a:t>
            </a:r>
            <a:endParaRPr/>
          </a:p>
        </p:txBody>
      </p:sp>
      <p:sp>
        <p:nvSpPr>
          <p:cNvPr id="443" name="Google Shape;443;p51"/>
          <p:cNvSpPr txBox="1"/>
          <p:nvPr/>
        </p:nvSpPr>
        <p:spPr>
          <a:xfrm>
            <a:off x="713250" y="1170100"/>
            <a:ext cx="70827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Also check out OpenAI Gym</a:t>
            </a:r>
            <a:endParaRPr sz="1800">
              <a:solidFill>
                <a:schemeClr val="dk2"/>
              </a:solidFill>
              <a:latin typeface="Poppins"/>
              <a:ea typeface="Poppins"/>
              <a:cs typeface="Poppins"/>
              <a:sym typeface="Poppins"/>
            </a:endParaRPr>
          </a:p>
        </p:txBody>
      </p:sp>
      <p:sp>
        <p:nvSpPr>
          <p:cNvPr id="444" name="Google Shape;444;p51"/>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1"/>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6" name="Google Shape;446;p51"/>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descr="Agent trained in ViZDoom environment (http://vizdoom.cs.put.edu.pl/) using only visual input.&#10;&#10;Monster spawns in a random position, and agent is supposed to kill it in limited time (being able only to strife and shoot)." id="447" name="Google Shape;447;p51" title="ViZDoom test - visual Reinforcement Learning (basic example)">
            <a:hlinkClick r:id="rId4"/>
          </p:cNvPr>
          <p:cNvPicPr preferRelativeResize="0"/>
          <p:nvPr/>
        </p:nvPicPr>
        <p:blipFill>
          <a:blip r:embed="rId5">
            <a:alphaModFix/>
          </a:blip>
          <a:stretch>
            <a:fillRect/>
          </a:stretch>
        </p:blipFill>
        <p:spPr>
          <a:xfrm>
            <a:off x="1916800" y="1714500"/>
            <a:ext cx="5226750" cy="2940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2"/>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 Atari Breakout (DQN)</a:t>
            </a:r>
            <a:endParaRPr/>
          </a:p>
        </p:txBody>
      </p:sp>
      <p:sp>
        <p:nvSpPr>
          <p:cNvPr id="453" name="Google Shape;453;p52"/>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2"/>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5" name="Google Shape;455;p52"/>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descr="Google DeepMind created an artificial intelligence program using deep reinforcement learning that plays Atari games and improves itself to a superhuman level. It is capable of playing many Atari games and uses a combination of deep artificial neural networks and reinforcement learning. After presenting their initial results with the algorithm, Google almost immediately acquired the company for several hundred million dollars, hence the name Google DeepMind. Please enjoy the footage and let me know if you have any questions regarding deep learning!&#10;&#10;______________________&#10;&#10;Recommended for you:&#10;1. How DeepMind's AlphaGo Defeated Lee Sedol - https://www.youtube.com/watch?v=a-ovvd_ZrmA&amp;index=58&amp;list=PLujxSBD-JXgnqDD1n-V30pKtp6Q886x7e&#10;2. How DeepMind Conquered Go With Deep Learning (AlphaGo) - https://www.youtube.com/watch?v=IFmj5M5Q5jg&amp;index=42&amp;list=PLujxSBD-JXgnqDD1n-V30pKtp6Q886x7e&#10;3. Google DeepMind's Deep Q-Learning &amp; Superhuman Atari Gameplays - &#10;https://www.youtube.com/watch?v=Ih8EfvOzBOY&amp;index=14&amp;list=PLujxSBD-JXgnqDD1n-V30pKtp6Q886x7e&#10;&#10;Subscribe if you would like to see more content like this: http://www.youtube.com/subscription_center?add_user=keeroyz&#10;&#10;- Original DeepMind code: https://sites.google.com/a/deepmind.com/dqn/&#10;&#10;- Ilya Kuzovkin's fork with visualization:&#10;https://github.com/kuz/DeepMind-Atari-Deep-Q-Learner&#10;&#10;- This patch fixes the visualization when reloading a pre-trained network. The window will appear after the first evaluation batch is done (typically a few minutes):&#10;http://cg.tuwien.ac.at/~zsolnai/wp/wp-content/uploads/2015/03/train_agent.patch&#10;&#10;- This configuration file will run Ilya Kuzovkin's version with less than 1GB of VRAM:&#10;http://cg.tuwien.ac.at/~zsolnai/wp/wp-content/uploads/2015/03/run_gpu&#10;&#10;- The original Nature paper on this deep learning technique is available here:&#10;http://www.nature.com/nature/journal/v518/n7540/full/nature14236.html&#10;&#10;- And some mirrors that are not behind a paywall:&#10;http://www.cs.swarthmore.edu/~meeden/cs63/s15/nature15b.pdf&#10;http://diyhpl.us/~nmz787/pdf/Human-level_control_through_deep_reinforcement_learning.pdf&#10;&#10;Web → https://cg.tuwien.ac.at/~zsolnai/&#10;Twitter → https://twitter.com/karoly_zsolnai" id="456" name="Google Shape;456;p52" title="Google DeepMind's Deep Q-learning playing Atari Breakout!">
            <a:hlinkClick r:id="rId4"/>
          </p:cNvPr>
          <p:cNvPicPr preferRelativeResize="0"/>
          <p:nvPr/>
        </p:nvPicPr>
        <p:blipFill>
          <a:blip r:embed="rId5">
            <a:alphaModFix/>
          </a:blip>
          <a:stretch>
            <a:fillRect/>
          </a:stretch>
        </p:blipFill>
        <p:spPr>
          <a:xfrm>
            <a:off x="1618525" y="1349750"/>
            <a:ext cx="5906950" cy="332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0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3"/>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Applications</a:t>
            </a:r>
            <a:endParaRPr/>
          </a:p>
        </p:txBody>
      </p:sp>
      <p:sp>
        <p:nvSpPr>
          <p:cNvPr id="462" name="Google Shape;462;p53"/>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AlphaZero: CNN + RL</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RLHF: Reinforcement Learning from Human Feedback</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Self-driving</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Robotics</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Much more…</a:t>
            </a:r>
            <a:endParaRPr sz="1800">
              <a:solidFill>
                <a:schemeClr val="dk2"/>
              </a:solidFill>
              <a:latin typeface="Poppins"/>
              <a:ea typeface="Poppins"/>
              <a:cs typeface="Poppins"/>
              <a:sym typeface="Poppins"/>
            </a:endParaRPr>
          </a:p>
        </p:txBody>
      </p:sp>
      <p:sp>
        <p:nvSpPr>
          <p:cNvPr id="463" name="Google Shape;463;p53"/>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3"/>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5" name="Google Shape;465;p53"/>
          <p:cNvPicPr preferRelativeResize="0"/>
          <p:nvPr/>
        </p:nvPicPr>
        <p:blipFill>
          <a:blip r:embed="rId3">
            <a:alphaModFix/>
          </a:blip>
          <a:stretch>
            <a:fillRect/>
          </a:stretch>
        </p:blipFill>
        <p:spPr>
          <a:xfrm>
            <a:off x="7487450" y="380200"/>
            <a:ext cx="637500" cy="637500"/>
          </a:xfrm>
          <a:prstGeom prst="ellipse">
            <a:avLst/>
          </a:prstGeom>
          <a:noFill/>
          <a:ln>
            <a:noFill/>
          </a:ln>
        </p:spPr>
      </p:pic>
      <p:pic>
        <p:nvPicPr>
          <p:cNvPr id="466" name="Google Shape;466;p53"/>
          <p:cNvPicPr preferRelativeResize="0"/>
          <p:nvPr/>
        </p:nvPicPr>
        <p:blipFill>
          <a:blip r:embed="rId4">
            <a:alphaModFix/>
          </a:blip>
          <a:stretch>
            <a:fillRect/>
          </a:stretch>
        </p:blipFill>
        <p:spPr>
          <a:xfrm>
            <a:off x="4016750" y="2238775"/>
            <a:ext cx="3367823" cy="25439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4"/>
          <p:cNvSpPr txBox="1"/>
          <p:nvPr>
            <p:ph type="title"/>
          </p:nvPr>
        </p:nvSpPr>
        <p:spPr>
          <a:xfrm>
            <a:off x="713225" y="539500"/>
            <a:ext cx="7717500" cy="4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Additional Resources</a:t>
            </a:r>
            <a:endParaRPr/>
          </a:p>
        </p:txBody>
      </p:sp>
      <p:sp>
        <p:nvSpPr>
          <p:cNvPr id="472" name="Google Shape;472;p54"/>
          <p:cNvSpPr txBox="1"/>
          <p:nvPr/>
        </p:nvSpPr>
        <p:spPr>
          <a:xfrm>
            <a:off x="713250" y="1170100"/>
            <a:ext cx="7411800" cy="3791400"/>
          </a:xfrm>
          <a:prstGeom prst="rect">
            <a:avLst/>
          </a:prstGeom>
          <a:noFill/>
          <a:ln>
            <a:noFill/>
          </a:ln>
        </p:spPr>
        <p:txBody>
          <a:bodyPr anchorCtr="0" anchor="t" bIns="91425" lIns="91425" spcFirstLastPara="1" rIns="0" wrap="square" tIns="91425">
            <a:noAutofit/>
          </a:bodyPr>
          <a:lstStyle/>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Stanford CS234: Reinforcement Learning (</a:t>
            </a:r>
            <a:r>
              <a:rPr lang="en" sz="1800" u="sng">
                <a:solidFill>
                  <a:schemeClr val="hlink"/>
                </a:solidFill>
                <a:latin typeface="Poppins"/>
                <a:ea typeface="Poppins"/>
                <a:cs typeface="Poppins"/>
                <a:sym typeface="Poppins"/>
                <a:hlinkClick r:id="rId3"/>
              </a:rPr>
              <a:t>link</a:t>
            </a:r>
            <a:r>
              <a:rPr lang="en" sz="1800">
                <a:solidFill>
                  <a:schemeClr val="dk2"/>
                </a:solidFill>
                <a:latin typeface="Poppins"/>
                <a:ea typeface="Poppins"/>
                <a:cs typeface="Poppins"/>
                <a:sym typeface="Poppins"/>
              </a:rPr>
              <a:t>) </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Lilian Weng’s blogposts</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A (Long) Peek into Reinforcement Learning: </a:t>
            </a:r>
            <a:r>
              <a:rPr lang="en" sz="1800" u="sng">
                <a:solidFill>
                  <a:schemeClr val="hlink"/>
                </a:solidFill>
                <a:latin typeface="Poppins"/>
                <a:ea typeface="Poppins"/>
                <a:cs typeface="Poppins"/>
                <a:sym typeface="Poppins"/>
                <a:hlinkClick r:id="rId4"/>
              </a:rPr>
              <a:t>link</a:t>
            </a:r>
            <a:endParaRPr sz="1800">
              <a:solidFill>
                <a:schemeClr val="dk2"/>
              </a:solidFill>
              <a:latin typeface="Poppins"/>
              <a:ea typeface="Poppins"/>
              <a:cs typeface="Poppins"/>
              <a:sym typeface="Poppins"/>
            </a:endParaRPr>
          </a:p>
          <a:p>
            <a:pPr indent="-342900" lvl="1" marL="9144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Policy Gradient Algorithms: </a:t>
            </a:r>
            <a:r>
              <a:rPr lang="en" sz="1800" u="sng">
                <a:solidFill>
                  <a:schemeClr val="hlink"/>
                </a:solidFill>
                <a:latin typeface="Poppins"/>
                <a:ea typeface="Poppins"/>
                <a:cs typeface="Poppins"/>
                <a:sym typeface="Poppins"/>
                <a:hlinkClick r:id="rId5"/>
              </a:rPr>
              <a:t>link</a:t>
            </a:r>
            <a:r>
              <a:rPr lang="en" sz="1800">
                <a:solidFill>
                  <a:schemeClr val="dk2"/>
                </a:solidFill>
                <a:latin typeface="Poppins"/>
                <a:ea typeface="Poppins"/>
                <a:cs typeface="Poppins"/>
                <a:sym typeface="Poppins"/>
              </a:rPr>
              <a:t> </a:t>
            </a:r>
            <a:r>
              <a:rPr lang="en" sz="1800">
                <a:solidFill>
                  <a:schemeClr val="dk2"/>
                </a:solidFill>
                <a:latin typeface="Poppins"/>
                <a:ea typeface="Poppins"/>
                <a:cs typeface="Poppins"/>
                <a:sym typeface="Poppins"/>
              </a:rPr>
              <a:t> </a:t>
            </a:r>
            <a:endParaRPr sz="1800">
              <a:solidFill>
                <a:schemeClr val="dk2"/>
              </a:solidFill>
              <a:latin typeface="Poppins"/>
              <a:ea typeface="Poppins"/>
              <a:cs typeface="Poppins"/>
              <a:sym typeface="Poppins"/>
            </a:endParaRPr>
          </a:p>
          <a:p>
            <a:pPr indent="-342900" lvl="0" marL="457200" rtl="0" algn="l">
              <a:lnSpc>
                <a:spcPct val="150000"/>
              </a:lnSpc>
              <a:spcBef>
                <a:spcPts val="0"/>
              </a:spcBef>
              <a:spcAft>
                <a:spcPts val="0"/>
              </a:spcAft>
              <a:buClr>
                <a:schemeClr val="dk2"/>
              </a:buClr>
              <a:buSzPts val="1800"/>
              <a:buFont typeface="Poppins"/>
              <a:buChar char="●"/>
            </a:pPr>
            <a:r>
              <a:rPr lang="en" sz="1800">
                <a:solidFill>
                  <a:schemeClr val="dk2"/>
                </a:solidFill>
                <a:latin typeface="Poppins"/>
                <a:ea typeface="Poppins"/>
                <a:cs typeface="Poppins"/>
                <a:sym typeface="Poppins"/>
              </a:rPr>
              <a:t>HuggingFace on RLHF: </a:t>
            </a:r>
            <a:r>
              <a:rPr lang="en" sz="1800" u="sng">
                <a:solidFill>
                  <a:schemeClr val="hlink"/>
                </a:solidFill>
                <a:latin typeface="Poppins"/>
                <a:ea typeface="Poppins"/>
                <a:cs typeface="Poppins"/>
                <a:sym typeface="Poppins"/>
                <a:hlinkClick r:id="rId6"/>
              </a:rPr>
              <a:t>link</a:t>
            </a:r>
            <a:r>
              <a:rPr b="1" lang="en" sz="1800">
                <a:solidFill>
                  <a:schemeClr val="dk2"/>
                </a:solidFill>
                <a:latin typeface="Poppins"/>
                <a:ea typeface="Poppins"/>
                <a:cs typeface="Poppins"/>
                <a:sym typeface="Poppins"/>
              </a:rPr>
              <a:t> </a:t>
            </a:r>
            <a:endParaRPr b="1" sz="1800">
              <a:solidFill>
                <a:schemeClr val="dk2"/>
              </a:solidFill>
              <a:latin typeface="Poppins"/>
              <a:ea typeface="Poppins"/>
              <a:cs typeface="Poppins"/>
              <a:sym typeface="Poppins"/>
            </a:endParaRPr>
          </a:p>
        </p:txBody>
      </p:sp>
      <p:sp>
        <p:nvSpPr>
          <p:cNvPr id="473" name="Google Shape;473;p54"/>
          <p:cNvSpPr/>
          <p:nvPr/>
        </p:nvSpPr>
        <p:spPr>
          <a:xfrm>
            <a:off x="7795950" y="-783350"/>
            <a:ext cx="2162700" cy="2163000"/>
          </a:xfrm>
          <a:prstGeom prst="ellipse">
            <a:avLst/>
          </a:prstGeom>
          <a:solidFill>
            <a:schemeClr val="dk1"/>
          </a:solidFill>
          <a:ln>
            <a:noFill/>
          </a:ln>
          <a:effectLst>
            <a:outerShdw blurRad="214313" rotWithShape="0" algn="bl">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4"/>
          <p:cNvSpPr/>
          <p:nvPr/>
        </p:nvSpPr>
        <p:spPr>
          <a:xfrm>
            <a:off x="7487450" y="380200"/>
            <a:ext cx="637500" cy="637500"/>
          </a:xfrm>
          <a:prstGeom prst="ellipse">
            <a:avLst/>
          </a:prstGeom>
          <a:gradFill>
            <a:gsLst>
              <a:gs pos="0">
                <a:schemeClr val="lt2"/>
              </a:gs>
              <a:gs pos="100000">
                <a:schemeClr val="accen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5" name="Google Shape;475;p54"/>
          <p:cNvPicPr preferRelativeResize="0"/>
          <p:nvPr/>
        </p:nvPicPr>
        <p:blipFill>
          <a:blip r:embed="rId7">
            <a:alphaModFix/>
          </a:blip>
          <a:stretch>
            <a:fillRect/>
          </a:stretch>
        </p:blipFill>
        <p:spPr>
          <a:xfrm>
            <a:off x="7487450" y="380200"/>
            <a:ext cx="637500" cy="637500"/>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puter Science &amp; Mathematics Major For College: Mathematics by Slidesgo">
  <a:themeElements>
    <a:clrScheme name="Simple Light">
      <a:dk1>
        <a:srgbClr val="FFFFFF"/>
      </a:dk1>
      <a:lt1>
        <a:srgbClr val="F3F3F3"/>
      </a:lt1>
      <a:dk2>
        <a:srgbClr val="666666"/>
      </a:dk2>
      <a:lt2>
        <a:srgbClr val="D149CE"/>
      </a:lt2>
      <a:accent1>
        <a:srgbClr val="43309F"/>
      </a:accent1>
      <a:accent2>
        <a:srgbClr val="000000"/>
      </a:accent2>
      <a:accent3>
        <a:srgbClr val="FFFFFF"/>
      </a:accent3>
      <a:accent4>
        <a:srgbClr val="FFFFFF"/>
      </a:accent4>
      <a:accent5>
        <a:srgbClr val="FFFFFF"/>
      </a:accent5>
      <a:accent6>
        <a:srgbClr val="FFFFFF"/>
      </a:accent6>
      <a:hlink>
        <a:srgbClr val="6666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